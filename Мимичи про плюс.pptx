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2" r:id="rId4"/>
    <p:sldId id="259" r:id="rId5"/>
    <p:sldId id="263" r:id="rId6"/>
    <p:sldId id="264" r:id="rId7"/>
    <p:sldId id="260" r:id="rId8"/>
    <p:sldId id="261" r:id="rId9"/>
    <p:sldId id="265" r:id="rId10"/>
  </p:sldIdLst>
  <p:sldSz cx="12192000" cy="6858000"/>
  <p:notesSz cx="6858000" cy="9144000"/>
  <p:embeddedFontLst>
    <p:embeddedFont>
      <p:font typeface="Inter 28pt Thin" panose="02000503000000020004" pitchFamily="2" charset="0"/>
      <p:regular r:id="rId12"/>
    </p:embeddedFont>
    <p:embeddedFont>
      <p:font typeface="Inter ExtraLight" panose="02000503000000020004" pitchFamily="2" charset="0"/>
      <p:regular r:id="rId13"/>
    </p:embeddedFont>
    <p:embeddedFont>
      <p:font typeface="Oswald SemiBold" pitchFamily="2" charset="-52"/>
      <p:bold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A299"/>
    <a:srgbClr val="637056"/>
    <a:srgbClr val="E8E6DB"/>
    <a:srgbClr val="D2D2D2"/>
    <a:srgbClr val="151713"/>
    <a:srgbClr val="706B58"/>
    <a:srgbClr val="4F4F48"/>
    <a:srgbClr val="292921"/>
    <a:srgbClr val="262623"/>
    <a:srgbClr val="2222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1548" autoAdjust="0"/>
  </p:normalViewPr>
  <p:slideViewPr>
    <p:cSldViewPr snapToGrid="0">
      <p:cViewPr varScale="1">
        <p:scale>
          <a:sx n="87" d="100"/>
          <a:sy n="87" d="100"/>
        </p:scale>
        <p:origin x="43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13исневский Андрей" userId="7c9d820790a6160b" providerId="LiveId" clId="{443DF153-BD04-42F0-A445-4192B442FA7B}"/>
    <pc:docChg chg="undo custSel addSld delSld modSld sldOrd modMainMaster">
      <pc:chgData name="13исневский Андрей" userId="7c9d820790a6160b" providerId="LiveId" clId="{443DF153-BD04-42F0-A445-4192B442FA7B}" dt="2026-09-12T13:21:03.082" v="5196" actId="1076"/>
      <pc:docMkLst>
        <pc:docMk/>
      </pc:docMkLst>
      <pc:sldChg chg="addSp delSp modSp mod setBg">
        <pc:chgData name="13исневский Андрей" userId="7c9d820790a6160b" providerId="LiveId" clId="{443DF153-BD04-42F0-A445-4192B442FA7B}" dt="2026-09-12T11:34:27.225" v="3774"/>
        <pc:sldMkLst>
          <pc:docMk/>
          <pc:sldMk cId="1164809482" sldId="256"/>
        </pc:sldMkLst>
        <pc:spChg chg="mod">
          <ac:chgData name="13исневский Андрей" userId="7c9d820790a6160b" providerId="LiveId" clId="{443DF153-BD04-42F0-A445-4192B442FA7B}" dt="2026-09-12T09:49:25.257" v="776" actId="1076"/>
          <ac:spMkLst>
            <pc:docMk/>
            <pc:sldMk cId="1164809482" sldId="256"/>
            <ac:spMk id="2" creationId="{5606D45B-523D-B4E1-16D2-610109E02F1F}"/>
          </ac:spMkLst>
        </pc:spChg>
        <pc:spChg chg="add mod">
          <ac:chgData name="13исневский Андрей" userId="7c9d820790a6160b" providerId="LiveId" clId="{443DF153-BD04-42F0-A445-4192B442FA7B}" dt="2026-09-12T09:45:45.501" v="476" actId="767"/>
          <ac:spMkLst>
            <pc:docMk/>
            <pc:sldMk cId="1164809482" sldId="256"/>
            <ac:spMk id="5" creationId="{C002BCC9-02B7-B536-ED18-C5ADE814D61F}"/>
          </ac:spMkLst>
        </pc:spChg>
        <pc:spChg chg="add mod">
          <ac:chgData name="13исневский Андрей" userId="7c9d820790a6160b" providerId="LiveId" clId="{443DF153-BD04-42F0-A445-4192B442FA7B}" dt="2026-09-12T09:47:16.435" v="624" actId="20577"/>
          <ac:spMkLst>
            <pc:docMk/>
            <pc:sldMk cId="1164809482" sldId="256"/>
            <ac:spMk id="6" creationId="{C194E2B9-D639-79AE-181D-C48C57871195}"/>
          </ac:spMkLst>
        </pc:spChg>
        <pc:spChg chg="add mod">
          <ac:chgData name="13исневский Андрей" userId="7c9d820790a6160b" providerId="LiveId" clId="{443DF153-BD04-42F0-A445-4192B442FA7B}" dt="2026-09-12T11:34:27.225" v="3774"/>
          <ac:spMkLst>
            <pc:docMk/>
            <pc:sldMk cId="1164809482" sldId="256"/>
            <ac:spMk id="7" creationId="{FDF2EFC8-11CE-D994-4AF3-466A7EB01D7B}"/>
          </ac:spMkLst>
        </pc:spChg>
        <pc:picChg chg="add del mod">
          <ac:chgData name="13исневский Андрей" userId="7c9d820790a6160b" providerId="LiveId" clId="{443DF153-BD04-42F0-A445-4192B442FA7B}" dt="2026-09-12T09:52:59.105" v="788" actId="478"/>
          <ac:picMkLst>
            <pc:docMk/>
            <pc:sldMk cId="1164809482" sldId="256"/>
            <ac:picMk id="4" creationId="{1E3A4E9C-CCCB-19B8-A01B-C9ED47979314}"/>
          </ac:picMkLst>
        </pc:picChg>
        <pc:picChg chg="add mod">
          <ac:chgData name="13исневский Андрей" userId="7c9d820790a6160b" providerId="LiveId" clId="{443DF153-BD04-42F0-A445-4192B442FA7B}" dt="2026-09-12T11:34:00.360" v="3763" actId="1076"/>
          <ac:picMkLst>
            <pc:docMk/>
            <pc:sldMk cId="1164809482" sldId="256"/>
            <ac:picMk id="8" creationId="{D3DFCF92-EA14-F891-8551-BD0E432396B2}"/>
          </ac:picMkLst>
        </pc:picChg>
        <pc:cxnChg chg="add mod">
          <ac:chgData name="13исневский Андрей" userId="7c9d820790a6160b" providerId="LiveId" clId="{443DF153-BD04-42F0-A445-4192B442FA7B}" dt="2026-09-12T09:55:12.946" v="803" actId="208"/>
          <ac:cxnSpMkLst>
            <pc:docMk/>
            <pc:sldMk cId="1164809482" sldId="256"/>
            <ac:cxnSpMk id="10" creationId="{F3386ACD-9863-963B-393D-CF4892B11A60}"/>
          </ac:cxnSpMkLst>
        </pc:cxnChg>
      </pc:sldChg>
      <pc:sldChg chg="addSp delSp modSp mod setBg">
        <pc:chgData name="13исневский Андрей" userId="7c9d820790a6160b" providerId="LiveId" clId="{443DF153-BD04-42F0-A445-4192B442FA7B}" dt="2026-09-12T11:13:42.683" v="3033" actId="14100"/>
        <pc:sldMkLst>
          <pc:docMk/>
          <pc:sldMk cId="3434594210" sldId="257"/>
        </pc:sldMkLst>
        <pc:spChg chg="mod">
          <ac:chgData name="13исневский Андрей" userId="7c9d820790a6160b" providerId="LiveId" clId="{443DF153-BD04-42F0-A445-4192B442FA7B}" dt="2026-09-12T10:02:47.002" v="956" actId="1076"/>
          <ac:spMkLst>
            <pc:docMk/>
            <pc:sldMk cId="3434594210" sldId="257"/>
            <ac:spMk id="2" creationId="{1622CBF4-3A2C-F391-69C4-D4F332BFF75C}"/>
          </ac:spMkLst>
        </pc:spChg>
        <pc:spChg chg="mod">
          <ac:chgData name="13исневский Андрей" userId="7c9d820790a6160b" providerId="LiveId" clId="{443DF153-BD04-42F0-A445-4192B442FA7B}" dt="2026-09-12T10:18:29.391" v="1369" actId="20577"/>
          <ac:spMkLst>
            <pc:docMk/>
            <pc:sldMk cId="3434594210" sldId="257"/>
            <ac:spMk id="3" creationId="{1DAA89AA-0BE2-3197-98AA-E45289CFF0EA}"/>
          </ac:spMkLst>
        </pc:spChg>
        <pc:spChg chg="add mod">
          <ac:chgData name="13исневский Андрей" userId="7c9d820790a6160b" providerId="LiveId" clId="{443DF153-BD04-42F0-A445-4192B442FA7B}" dt="2026-09-12T10:16:47.863" v="1237" actId="1076"/>
          <ac:spMkLst>
            <pc:docMk/>
            <pc:sldMk cId="3434594210" sldId="257"/>
            <ac:spMk id="16" creationId="{81D49F87-2195-9677-ABF9-9BD72788D398}"/>
          </ac:spMkLst>
        </pc:spChg>
        <pc:spChg chg="add mod">
          <ac:chgData name="13исневский Андрей" userId="7c9d820790a6160b" providerId="LiveId" clId="{443DF153-BD04-42F0-A445-4192B442FA7B}" dt="2026-09-12T10:17:05.096" v="1245" actId="20577"/>
          <ac:spMkLst>
            <pc:docMk/>
            <pc:sldMk cId="3434594210" sldId="257"/>
            <ac:spMk id="18" creationId="{9A3A4E21-5904-54E0-1756-4B7734ECDA85}"/>
          </ac:spMkLst>
        </pc:spChg>
        <pc:spChg chg="add mod">
          <ac:chgData name="13исневский Андрей" userId="7c9d820790a6160b" providerId="LiveId" clId="{443DF153-BD04-42F0-A445-4192B442FA7B}" dt="2026-09-12T10:17:02.712" v="1243" actId="20577"/>
          <ac:spMkLst>
            <pc:docMk/>
            <pc:sldMk cId="3434594210" sldId="257"/>
            <ac:spMk id="20" creationId="{1CD7FD35-5D26-98BC-6282-A82E6D7F25DE}"/>
          </ac:spMkLst>
        </pc:spChg>
        <pc:spChg chg="add mod">
          <ac:chgData name="13исневский Андрей" userId="7c9d820790a6160b" providerId="LiveId" clId="{443DF153-BD04-42F0-A445-4192B442FA7B}" dt="2026-09-12T10:20:21.834" v="1464" actId="403"/>
          <ac:spMkLst>
            <pc:docMk/>
            <pc:sldMk cId="3434594210" sldId="257"/>
            <ac:spMk id="21" creationId="{170296C8-99D5-6F9B-9839-A2B4CC04280D}"/>
          </ac:spMkLst>
        </pc:spChg>
        <pc:spChg chg="add mod">
          <ac:chgData name="13исневский Андрей" userId="7c9d820790a6160b" providerId="LiveId" clId="{443DF153-BD04-42F0-A445-4192B442FA7B}" dt="2026-09-12T10:18:59.358" v="1379" actId="1076"/>
          <ac:spMkLst>
            <pc:docMk/>
            <pc:sldMk cId="3434594210" sldId="257"/>
            <ac:spMk id="22" creationId="{A4C4D137-944C-ADE2-7598-1078A1534653}"/>
          </ac:spMkLst>
        </pc:spChg>
        <pc:spChg chg="add mod">
          <ac:chgData name="13исневский Андрей" userId="7c9d820790a6160b" providerId="LiveId" clId="{443DF153-BD04-42F0-A445-4192B442FA7B}" dt="2026-09-12T10:19:18.743" v="1383" actId="1076"/>
          <ac:spMkLst>
            <pc:docMk/>
            <pc:sldMk cId="3434594210" sldId="257"/>
            <ac:spMk id="23" creationId="{56077CE8-D194-64F3-388C-1EB0D65B81B1}"/>
          </ac:spMkLst>
        </pc:spChg>
        <pc:spChg chg="add mod">
          <ac:chgData name="13исневский Андрей" userId="7c9d820790a6160b" providerId="LiveId" clId="{443DF153-BD04-42F0-A445-4192B442FA7B}" dt="2026-09-12T10:19:37.905" v="1386" actId="1076"/>
          <ac:spMkLst>
            <pc:docMk/>
            <pc:sldMk cId="3434594210" sldId="257"/>
            <ac:spMk id="24" creationId="{912B8730-1434-2969-7D4C-9C50A8CADD1F}"/>
          </ac:spMkLst>
        </pc:spChg>
        <pc:picChg chg="add del mod">
          <ac:chgData name="13исневский Андрей" userId="7c9d820790a6160b" providerId="LiveId" clId="{443DF153-BD04-42F0-A445-4192B442FA7B}" dt="2026-09-12T10:20:27.893" v="1465" actId="478"/>
          <ac:picMkLst>
            <pc:docMk/>
            <pc:sldMk cId="3434594210" sldId="257"/>
            <ac:picMk id="10" creationId="{7A86C845-7239-1064-0E81-A14D20BCD10F}"/>
          </ac:picMkLst>
        </pc:picChg>
        <pc:cxnChg chg="add mod">
          <ac:chgData name="13исневский Андрей" userId="7c9d820790a6160b" providerId="LiveId" clId="{443DF153-BD04-42F0-A445-4192B442FA7B}" dt="2026-09-12T10:02:31.580" v="951" actId="692"/>
          <ac:cxnSpMkLst>
            <pc:docMk/>
            <pc:sldMk cId="3434594210" sldId="257"/>
            <ac:cxnSpMk id="4" creationId="{A8BB07E6-6A00-30E8-BA7C-6AD7450F2E4F}"/>
          </ac:cxnSpMkLst>
        </pc:cxnChg>
        <pc:cxnChg chg="add mod">
          <ac:chgData name="13исневский Андрей" userId="7c9d820790a6160b" providerId="LiveId" clId="{443DF153-BD04-42F0-A445-4192B442FA7B}" dt="2026-09-12T10:02:31.580" v="951" actId="692"/>
          <ac:cxnSpMkLst>
            <pc:docMk/>
            <pc:sldMk cId="3434594210" sldId="257"/>
            <ac:cxnSpMk id="6" creationId="{15724382-F608-76F9-C7F1-9ADB492D681A}"/>
          </ac:cxnSpMkLst>
        </pc:cxnChg>
        <pc:cxnChg chg="add mod">
          <ac:chgData name="13исневский Андрей" userId="7c9d820790a6160b" providerId="LiveId" clId="{443DF153-BD04-42F0-A445-4192B442FA7B}" dt="2026-09-12T10:15:55.318" v="1212" actId="14100"/>
          <ac:cxnSpMkLst>
            <pc:docMk/>
            <pc:sldMk cId="3434594210" sldId="257"/>
            <ac:cxnSpMk id="11" creationId="{5586501F-5B28-BBE3-197C-670695F9AC43}"/>
          </ac:cxnSpMkLst>
        </pc:cxnChg>
        <pc:cxnChg chg="add mod">
          <ac:chgData name="13исневский Андрей" userId="7c9d820790a6160b" providerId="LiveId" clId="{443DF153-BD04-42F0-A445-4192B442FA7B}" dt="2026-09-12T10:16:08.633" v="1216" actId="1076"/>
          <ac:cxnSpMkLst>
            <pc:docMk/>
            <pc:sldMk cId="3434594210" sldId="257"/>
            <ac:cxnSpMk id="14" creationId="{8CCE65BE-068E-64F5-33B0-E16A6107FC22}"/>
          </ac:cxnSpMkLst>
        </pc:cxnChg>
        <pc:cxnChg chg="add mod">
          <ac:chgData name="13исневский Андрей" userId="7c9d820790a6160b" providerId="LiveId" clId="{443DF153-BD04-42F0-A445-4192B442FA7B}" dt="2026-09-12T10:16:15.266" v="1218" actId="1076"/>
          <ac:cxnSpMkLst>
            <pc:docMk/>
            <pc:sldMk cId="3434594210" sldId="257"/>
            <ac:cxnSpMk id="15" creationId="{33C8C1B4-BCC9-EED1-5BA7-564B73A914E0}"/>
          </ac:cxnSpMkLst>
        </pc:cxnChg>
        <pc:cxnChg chg="add mod">
          <ac:chgData name="13исневский Андрей" userId="7c9d820790a6160b" providerId="LiveId" clId="{443DF153-BD04-42F0-A445-4192B442FA7B}" dt="2026-09-12T11:13:42.683" v="3033" actId="14100"/>
          <ac:cxnSpMkLst>
            <pc:docMk/>
            <pc:sldMk cId="3434594210" sldId="257"/>
            <ac:cxnSpMk id="25" creationId="{C759B224-F8BD-FAD5-E761-7C477953EB1D}"/>
          </ac:cxnSpMkLst>
        </pc:cxnChg>
        <pc:cxnChg chg="add mod">
          <ac:chgData name="13исневский Андрей" userId="7c9d820790a6160b" providerId="LiveId" clId="{443DF153-BD04-42F0-A445-4192B442FA7B}" dt="2026-09-12T10:18:55.540" v="1378" actId="1076"/>
          <ac:cxnSpMkLst>
            <pc:docMk/>
            <pc:sldMk cId="3434594210" sldId="257"/>
            <ac:cxnSpMk id="26" creationId="{BFD3D4D2-108A-5A58-D8DB-0EFCE5B4EAFD}"/>
          </ac:cxnSpMkLst>
        </pc:cxnChg>
        <pc:cxnChg chg="add mod">
          <ac:chgData name="13исневский Андрей" userId="7c9d820790a6160b" providerId="LiveId" clId="{443DF153-BD04-42F0-A445-4192B442FA7B}" dt="2026-09-12T10:19:04.495" v="1381" actId="1076"/>
          <ac:cxnSpMkLst>
            <pc:docMk/>
            <pc:sldMk cId="3434594210" sldId="257"/>
            <ac:cxnSpMk id="27" creationId="{C8A82C25-57D3-3215-C690-9030243BE5AF}"/>
          </ac:cxnSpMkLst>
        </pc:cxnChg>
        <pc:cxnChg chg="add mod">
          <ac:chgData name="13исневский Андрей" userId="7c9d820790a6160b" providerId="LiveId" clId="{443DF153-BD04-42F0-A445-4192B442FA7B}" dt="2026-09-12T10:19:26.050" v="1385" actId="1076"/>
          <ac:cxnSpMkLst>
            <pc:docMk/>
            <pc:sldMk cId="3434594210" sldId="257"/>
            <ac:cxnSpMk id="28" creationId="{EF2A8AA8-F60D-CE26-17C5-F08EE0AB2CF3}"/>
          </ac:cxnSpMkLst>
        </pc:cxnChg>
      </pc:sldChg>
      <pc:sldChg chg="addSp delSp modSp del mod">
        <pc:chgData name="13исневский Андрей" userId="7c9d820790a6160b" providerId="LiveId" clId="{443DF153-BD04-42F0-A445-4192B442FA7B}" dt="2026-09-12T10:25:30.437" v="1595" actId="47"/>
        <pc:sldMkLst>
          <pc:docMk/>
          <pc:sldMk cId="2096085725" sldId="258"/>
        </pc:sldMkLst>
        <pc:spChg chg="del mod">
          <ac:chgData name="13исневский Андрей" userId="7c9d820790a6160b" providerId="LiveId" clId="{443DF153-BD04-42F0-A445-4192B442FA7B}" dt="2026-09-12T10:25:25.474" v="1593" actId="478"/>
          <ac:spMkLst>
            <pc:docMk/>
            <pc:sldMk cId="2096085725" sldId="258"/>
            <ac:spMk id="2" creationId="{C90DC388-3B0F-5B9F-3F8D-9B79C7B7A3CC}"/>
          </ac:spMkLst>
        </pc:spChg>
        <pc:spChg chg="mod">
          <ac:chgData name="13исневский Андрей" userId="7c9d820790a6160b" providerId="LiveId" clId="{443DF153-BD04-42F0-A445-4192B442FA7B}" dt="2026-09-12T10:21:49.836" v="1503" actId="21"/>
          <ac:spMkLst>
            <pc:docMk/>
            <pc:sldMk cId="2096085725" sldId="258"/>
            <ac:spMk id="3" creationId="{F48DD2A5-D442-0D13-835D-F017A857DFA4}"/>
          </ac:spMkLst>
        </pc:spChg>
        <pc:spChg chg="add mod">
          <ac:chgData name="13исневский Андрей" userId="7c9d820790a6160b" providerId="LiveId" clId="{443DF153-BD04-42F0-A445-4192B442FA7B}" dt="2026-09-12T10:25:25.474" v="1593" actId="478"/>
          <ac:spMkLst>
            <pc:docMk/>
            <pc:sldMk cId="2096085725" sldId="258"/>
            <ac:spMk id="7" creationId="{9057FD52-DAB5-DF99-BDD9-F20C15344E29}"/>
          </ac:spMkLst>
        </pc:spChg>
        <pc:cxnChg chg="add del mod">
          <ac:chgData name="13исневский Андрей" userId="7c9d820790a6160b" providerId="LiveId" clId="{443DF153-BD04-42F0-A445-4192B442FA7B}" dt="2026-09-12T10:25:27.097" v="1594" actId="478"/>
          <ac:cxnSpMkLst>
            <pc:docMk/>
            <pc:sldMk cId="2096085725" sldId="258"/>
            <ac:cxnSpMk id="4" creationId="{6CD44B36-FAB9-28D4-014B-9E8C85D1BCA8}"/>
          </ac:cxnSpMkLst>
        </pc:cxnChg>
      </pc:sldChg>
      <pc:sldChg chg="addSp modSp mod setBg modAnim">
        <pc:chgData name="13исневский Андрей" userId="7c9d820790a6160b" providerId="LiveId" clId="{443DF153-BD04-42F0-A445-4192B442FA7B}" dt="2026-09-12T12:11:51.200" v="4241" actId="207"/>
        <pc:sldMkLst>
          <pc:docMk/>
          <pc:sldMk cId="2540497927" sldId="259"/>
        </pc:sldMkLst>
        <pc:spChg chg="mod">
          <ac:chgData name="13исневский Андрей" userId="7c9d820790a6160b" providerId="LiveId" clId="{443DF153-BD04-42F0-A445-4192B442FA7B}" dt="2026-09-12T10:30:21.276" v="1779" actId="1076"/>
          <ac:spMkLst>
            <pc:docMk/>
            <pc:sldMk cId="2540497927" sldId="259"/>
            <ac:spMk id="2" creationId="{8E6BF087-65B1-FD63-4FA2-BE9D75B7169F}"/>
          </ac:spMkLst>
        </pc:spChg>
        <pc:spChg chg="add mod">
          <ac:chgData name="13исневский Андрей" userId="7c9d820790a6160b" providerId="LiveId" clId="{443DF153-BD04-42F0-A445-4192B442FA7B}" dt="2026-09-12T12:11:51.200" v="4241" actId="207"/>
          <ac:spMkLst>
            <pc:docMk/>
            <pc:sldMk cId="2540497927" sldId="259"/>
            <ac:spMk id="3" creationId="{6798C79F-665A-4A44-8957-90FA90360E69}"/>
          </ac:spMkLst>
        </pc:spChg>
        <pc:spChg chg="mod">
          <ac:chgData name="13исневский Андрей" userId="7c9d820790a6160b" providerId="LiveId" clId="{443DF153-BD04-42F0-A445-4192B442FA7B}" dt="2026-09-12T10:28:05.293" v="1703" actId="20577"/>
          <ac:spMkLst>
            <pc:docMk/>
            <pc:sldMk cId="2540497927" sldId="259"/>
            <ac:spMk id="5" creationId="{8C9D260E-F79C-4287-57A2-70E893B7ACFE}"/>
          </ac:spMkLst>
        </pc:spChg>
        <pc:spChg chg="add mod">
          <ac:chgData name="13исневский Андрей" userId="7c9d820790a6160b" providerId="LiveId" clId="{443DF153-BD04-42F0-A445-4192B442FA7B}" dt="2026-09-12T10:30:12.978" v="1778" actId="1076"/>
          <ac:spMkLst>
            <pc:docMk/>
            <pc:sldMk cId="2540497927" sldId="259"/>
            <ac:spMk id="6" creationId="{789A381A-745B-ED71-71E5-25CA5CFFB2ED}"/>
          </ac:spMkLst>
        </pc:spChg>
        <pc:spChg chg="add mod">
          <ac:chgData name="13исневский Андрей" userId="7c9d820790a6160b" providerId="LiveId" clId="{443DF153-BD04-42F0-A445-4192B442FA7B}" dt="2026-09-12T12:11:50.625" v="4239" actId="207"/>
          <ac:spMkLst>
            <pc:docMk/>
            <pc:sldMk cId="2540497927" sldId="259"/>
            <ac:spMk id="8" creationId="{98799455-A970-D6FE-C7DC-7C80FDB907D1}"/>
          </ac:spMkLst>
        </pc:spChg>
        <pc:spChg chg="add mod">
          <ac:chgData name="13исневский Андрей" userId="7c9d820790a6160b" providerId="LiveId" clId="{443DF153-BD04-42F0-A445-4192B442FA7B}" dt="2026-09-12T12:11:50.862" v="4240" actId="207"/>
          <ac:spMkLst>
            <pc:docMk/>
            <pc:sldMk cId="2540497927" sldId="259"/>
            <ac:spMk id="10" creationId="{DDF3F92A-2799-5C3D-929F-8DF7B800A047}"/>
          </ac:spMkLst>
        </pc:spChg>
        <pc:spChg chg="add mod">
          <ac:chgData name="13исневский Андрей" userId="7c9d820790a6160b" providerId="LiveId" clId="{443DF153-BD04-42F0-A445-4192B442FA7B}" dt="2026-09-12T10:35:33.347" v="1836"/>
          <ac:spMkLst>
            <pc:docMk/>
            <pc:sldMk cId="2540497927" sldId="259"/>
            <ac:spMk id="11" creationId="{215617DF-8DF6-59DB-D0F9-39754CB85459}"/>
          </ac:spMkLst>
        </pc:spChg>
        <pc:spChg chg="add mod">
          <ac:chgData name="13исневский Андрей" userId="7c9d820790a6160b" providerId="LiveId" clId="{443DF153-BD04-42F0-A445-4192B442FA7B}" dt="2026-09-12T10:35:52.313" v="1848" actId="1076"/>
          <ac:spMkLst>
            <pc:docMk/>
            <pc:sldMk cId="2540497927" sldId="259"/>
            <ac:spMk id="13" creationId="{1D87B577-77E1-7D55-375A-350BE952841B}"/>
          </ac:spMkLst>
        </pc:spChg>
        <pc:spChg chg="add mod">
          <ac:chgData name="13исневский Андрей" userId="7c9d820790a6160b" providerId="LiveId" clId="{443DF153-BD04-42F0-A445-4192B442FA7B}" dt="2026-09-12T10:35:52.313" v="1848" actId="1076"/>
          <ac:spMkLst>
            <pc:docMk/>
            <pc:sldMk cId="2540497927" sldId="259"/>
            <ac:spMk id="15" creationId="{CDCB54F5-C1F3-8E84-4D29-3A34085E2D1B}"/>
          </ac:spMkLst>
        </pc:spChg>
        <pc:spChg chg="add mod">
          <ac:chgData name="13исневский Андрей" userId="7c9d820790a6160b" providerId="LiveId" clId="{443DF153-BD04-42F0-A445-4192B442FA7B}" dt="2026-09-12T10:36:01.347" v="1850" actId="1076"/>
          <ac:spMkLst>
            <pc:docMk/>
            <pc:sldMk cId="2540497927" sldId="259"/>
            <ac:spMk id="17" creationId="{85869358-DF0A-DE6A-32D3-F36DB094F3E5}"/>
          </ac:spMkLst>
        </pc:spChg>
        <pc:spChg chg="add mod">
          <ac:chgData name="13исневский Андрей" userId="7c9d820790a6160b" providerId="LiveId" clId="{443DF153-BD04-42F0-A445-4192B442FA7B}" dt="2026-09-12T10:36:01.347" v="1850" actId="1076"/>
          <ac:spMkLst>
            <pc:docMk/>
            <pc:sldMk cId="2540497927" sldId="259"/>
            <ac:spMk id="19" creationId="{68CF52DF-50F5-4784-D8AF-983ED5988530}"/>
          </ac:spMkLst>
        </pc:spChg>
        <pc:spChg chg="add mod">
          <ac:chgData name="13исневский Андрей" userId="7c9d820790a6160b" providerId="LiveId" clId="{443DF153-BD04-42F0-A445-4192B442FA7B}" dt="2026-09-12T10:36:01.347" v="1850" actId="1076"/>
          <ac:spMkLst>
            <pc:docMk/>
            <pc:sldMk cId="2540497927" sldId="259"/>
            <ac:spMk id="21" creationId="{924A26A3-ADA0-AB43-96D7-811B9EF0F0C9}"/>
          </ac:spMkLst>
        </pc:spChg>
        <pc:graphicFrameChg chg="add mod">
          <ac:chgData name="13исневский Андрей" userId="7c9d820790a6160b" providerId="LiveId" clId="{443DF153-BD04-42F0-A445-4192B442FA7B}" dt="2026-09-12T10:48:41.064" v="1955"/>
          <ac:graphicFrameMkLst>
            <pc:docMk/>
            <pc:sldMk cId="2540497927" sldId="259"/>
            <ac:graphicFrameMk id="38" creationId="{6AB267F7-A3B0-DE62-799B-1BEF7DAB9B2E}"/>
          </ac:graphicFrameMkLst>
        </pc:graphicFrameChg>
        <pc:cxnChg chg="add mod">
          <ac:chgData name="13исневский Андрей" userId="7c9d820790a6160b" providerId="LiveId" clId="{443DF153-BD04-42F0-A445-4192B442FA7B}" dt="2026-09-12T10:39:38.816" v="1893" actId="1076"/>
          <ac:cxnSpMkLst>
            <pc:docMk/>
            <pc:sldMk cId="2540497927" sldId="259"/>
            <ac:cxnSpMk id="23" creationId="{7B37FF4A-F40A-20F0-C9B6-5CD239A65FB5}"/>
          </ac:cxnSpMkLst>
        </pc:cxnChg>
        <pc:cxnChg chg="add mod">
          <ac:chgData name="13исневский Андрей" userId="7c9d820790a6160b" providerId="LiveId" clId="{443DF153-BD04-42F0-A445-4192B442FA7B}" dt="2026-09-12T10:39:25.035" v="1891" actId="208"/>
          <ac:cxnSpMkLst>
            <pc:docMk/>
            <pc:sldMk cId="2540497927" sldId="259"/>
            <ac:cxnSpMk id="24" creationId="{F1921C72-EB78-A6FC-4F97-266FDEE1380D}"/>
          </ac:cxnSpMkLst>
        </pc:cxnChg>
        <pc:cxnChg chg="add mod">
          <ac:chgData name="13исневский Андрей" userId="7c9d820790a6160b" providerId="LiveId" clId="{443DF153-BD04-42F0-A445-4192B442FA7B}" dt="2026-09-12T10:39:25.035" v="1891" actId="208"/>
          <ac:cxnSpMkLst>
            <pc:docMk/>
            <pc:sldMk cId="2540497927" sldId="259"/>
            <ac:cxnSpMk id="26" creationId="{D64FEF9F-F7D0-C010-A0FF-64D1F141EECB}"/>
          </ac:cxnSpMkLst>
        </pc:cxnChg>
        <pc:cxnChg chg="add mod">
          <ac:chgData name="13исневский Андрей" userId="7c9d820790a6160b" providerId="LiveId" clId="{443DF153-BD04-42F0-A445-4192B442FA7B}" dt="2026-09-12T10:39:25.035" v="1891" actId="208"/>
          <ac:cxnSpMkLst>
            <pc:docMk/>
            <pc:sldMk cId="2540497927" sldId="259"/>
            <ac:cxnSpMk id="29" creationId="{E3675230-AF22-A3F7-14BF-69D7ED63D695}"/>
          </ac:cxnSpMkLst>
        </pc:cxnChg>
        <pc:cxnChg chg="add mod">
          <ac:chgData name="13исневский Андрей" userId="7c9d820790a6160b" providerId="LiveId" clId="{443DF153-BD04-42F0-A445-4192B442FA7B}" dt="2026-09-12T10:39:33.600" v="1892" actId="208"/>
          <ac:cxnSpMkLst>
            <pc:docMk/>
            <pc:sldMk cId="2540497927" sldId="259"/>
            <ac:cxnSpMk id="32" creationId="{47BC2FE4-48C1-936C-F192-398743BE0CD4}"/>
          </ac:cxnSpMkLst>
        </pc:cxnChg>
        <pc:cxnChg chg="add mod">
          <ac:chgData name="13исневский Андрей" userId="7c9d820790a6160b" providerId="LiveId" clId="{443DF153-BD04-42F0-A445-4192B442FA7B}" dt="2026-09-12T10:39:25.035" v="1891" actId="208"/>
          <ac:cxnSpMkLst>
            <pc:docMk/>
            <pc:sldMk cId="2540497927" sldId="259"/>
            <ac:cxnSpMk id="35" creationId="{78E6A900-656F-2F76-A0C5-F04936E4F949}"/>
          </ac:cxnSpMkLst>
        </pc:cxnChg>
      </pc:sldChg>
      <pc:sldChg chg="addSp delSp modSp mod modTransition addAnim delAnim modAnim">
        <pc:chgData name="13исневский Андрей" userId="7c9d820790a6160b" providerId="LiveId" clId="{443DF153-BD04-42F0-A445-4192B442FA7B}" dt="2026-09-12T12:31:02.330" v="4506"/>
        <pc:sldMkLst>
          <pc:docMk/>
          <pc:sldMk cId="4108911301" sldId="260"/>
        </pc:sldMkLst>
        <pc:spChg chg="del mod">
          <ac:chgData name="13исневский Андрей" userId="7c9d820790a6160b" providerId="LiveId" clId="{443DF153-BD04-42F0-A445-4192B442FA7B}" dt="2026-09-12T11:02:00.389" v="2278" actId="478"/>
          <ac:spMkLst>
            <pc:docMk/>
            <pc:sldMk cId="4108911301" sldId="260"/>
            <ac:spMk id="2" creationId="{2D0864D4-BFF6-F172-E655-E1925DE41AB4}"/>
          </ac:spMkLst>
        </pc:spChg>
        <pc:spChg chg="add del mod">
          <ac:chgData name="13исневский Андрей" userId="7c9d820790a6160b" providerId="LiveId" clId="{443DF153-BD04-42F0-A445-4192B442FA7B}" dt="2026-09-12T10:48:11.813" v="1951"/>
          <ac:spMkLst>
            <pc:docMk/>
            <pc:sldMk cId="4108911301" sldId="260"/>
            <ac:spMk id="3" creationId="{9D11DC9E-0047-1BC4-7B4A-22B1F5CC74D1}"/>
          </ac:spMkLst>
        </pc:spChg>
        <pc:spChg chg="add del mod">
          <ac:chgData name="13исневский Андрей" userId="7c9d820790a6160b" providerId="LiveId" clId="{443DF153-BD04-42F0-A445-4192B442FA7B}" dt="2026-09-12T11:19:46.448" v="3504" actId="478"/>
          <ac:spMkLst>
            <pc:docMk/>
            <pc:sldMk cId="4108911301" sldId="260"/>
            <ac:spMk id="7" creationId="{14D2359B-44D1-6304-6742-9EC6173AD9F3}"/>
          </ac:spMkLst>
        </pc:spChg>
        <pc:spChg chg="add mod">
          <ac:chgData name="13исневский Андрей" userId="7c9d820790a6160b" providerId="LiveId" clId="{443DF153-BD04-42F0-A445-4192B442FA7B}" dt="2026-09-12T12:29:30.684" v="4476" actId="1076"/>
          <ac:spMkLst>
            <pc:docMk/>
            <pc:sldMk cId="4108911301" sldId="260"/>
            <ac:spMk id="8" creationId="{F73F89C9-661E-43D9-A395-2C802BDFE7CA}"/>
          </ac:spMkLst>
        </pc:spChg>
        <pc:spChg chg="add del mod">
          <ac:chgData name="13исневский Андрей" userId="7c9d820790a6160b" providerId="LiveId" clId="{443DF153-BD04-42F0-A445-4192B442FA7B}" dt="2026-09-12T12:28:41.515" v="4451" actId="21"/>
          <ac:spMkLst>
            <pc:docMk/>
            <pc:sldMk cId="4108911301" sldId="260"/>
            <ac:spMk id="13" creationId="{A25332A4-5413-7C97-47BB-D56AF2CB809C}"/>
          </ac:spMkLst>
        </pc:spChg>
        <pc:spChg chg="add del mod">
          <ac:chgData name="13исневский Андрей" userId="7c9d820790a6160b" providerId="LiveId" clId="{443DF153-BD04-42F0-A445-4192B442FA7B}" dt="2026-09-12T12:28:47.927" v="4456" actId="21"/>
          <ac:spMkLst>
            <pc:docMk/>
            <pc:sldMk cId="4108911301" sldId="260"/>
            <ac:spMk id="15" creationId="{33274B0C-D38C-D2AC-78A2-51F05DCB7715}"/>
          </ac:spMkLst>
        </pc:spChg>
        <pc:graphicFrameChg chg="add mod">
          <ac:chgData name="13исневский Андрей" userId="7c9d820790a6160b" providerId="LiveId" clId="{443DF153-BD04-42F0-A445-4192B442FA7B}" dt="2026-09-12T10:47:42.365" v="1950"/>
          <ac:graphicFrameMkLst>
            <pc:docMk/>
            <pc:sldMk cId="4108911301" sldId="260"/>
            <ac:graphicFrameMk id="4" creationId="{494D4A95-52D6-EAFA-7887-32FDAA8F29F0}"/>
          </ac:graphicFrameMkLst>
        </pc:graphicFrameChg>
        <pc:graphicFrameChg chg="add del mod">
          <ac:chgData name="13исневский Андрей" userId="7c9d820790a6160b" providerId="LiveId" clId="{443DF153-BD04-42F0-A445-4192B442FA7B}" dt="2026-09-12T11:02:01.287" v="2279" actId="478"/>
          <ac:graphicFrameMkLst>
            <pc:docMk/>
            <pc:sldMk cId="4108911301" sldId="260"/>
            <ac:graphicFrameMk id="5" creationId="{0EBEDEB4-01E9-87F0-F691-F9933275C586}"/>
          </ac:graphicFrameMkLst>
        </pc:graphicFrameChg>
        <pc:picChg chg="add del mod">
          <ac:chgData name="13исневский Андрей" userId="7c9d820790a6160b" providerId="LiveId" clId="{443DF153-BD04-42F0-A445-4192B442FA7B}" dt="2026-09-12T12:28:41.515" v="4451" actId="21"/>
          <ac:picMkLst>
            <pc:docMk/>
            <pc:sldMk cId="4108911301" sldId="260"/>
            <ac:picMk id="10" creationId="{298DCBCA-06FE-A90A-97C0-1F106EB49E80}"/>
          </ac:picMkLst>
        </pc:picChg>
        <pc:picChg chg="add del mod">
          <ac:chgData name="13исневский Андрей" userId="7c9d820790a6160b" providerId="LiveId" clId="{443DF153-BD04-42F0-A445-4192B442FA7B}" dt="2026-09-12T12:28:47.927" v="4456" actId="21"/>
          <ac:picMkLst>
            <pc:docMk/>
            <pc:sldMk cId="4108911301" sldId="260"/>
            <ac:picMk id="12" creationId="{874A0762-6F9E-7B2A-2671-4515B8471274}"/>
          </ac:picMkLst>
        </pc:picChg>
        <pc:picChg chg="add del mod modCrop">
          <ac:chgData name="13исневский Андрей" userId="7c9d820790a6160b" providerId="LiveId" clId="{443DF153-BD04-42F0-A445-4192B442FA7B}" dt="2026-09-12T12:28:41.515" v="4451" actId="21"/>
          <ac:picMkLst>
            <pc:docMk/>
            <pc:sldMk cId="4108911301" sldId="260"/>
            <ac:picMk id="16" creationId="{E609E1E8-8D2E-7CBE-D041-DB36CEC056FD}"/>
          </ac:picMkLst>
        </pc:picChg>
        <pc:picChg chg="add del mod">
          <ac:chgData name="13исневский Андрей" userId="7c9d820790a6160b" providerId="LiveId" clId="{443DF153-BD04-42F0-A445-4192B442FA7B}" dt="2026-09-12T12:28:41.515" v="4451" actId="21"/>
          <ac:picMkLst>
            <pc:docMk/>
            <pc:sldMk cId="4108911301" sldId="260"/>
            <ac:picMk id="17" creationId="{AAFC55F4-15E3-6ABD-FF7C-509F0E0D9AE2}"/>
          </ac:picMkLst>
        </pc:picChg>
      </pc:sldChg>
      <pc:sldChg chg="addSp delSp modSp mod">
        <pc:chgData name="13исневский Андрей" userId="7c9d820790a6160b" providerId="LiveId" clId="{443DF153-BD04-42F0-A445-4192B442FA7B}" dt="2026-09-12T13:21:03.082" v="5196" actId="1076"/>
        <pc:sldMkLst>
          <pc:docMk/>
          <pc:sldMk cId="1320170143" sldId="261"/>
        </pc:sldMkLst>
        <pc:spChg chg="del">
          <ac:chgData name="13исневский Андрей" userId="7c9d820790a6160b" providerId="LiveId" clId="{443DF153-BD04-42F0-A445-4192B442FA7B}" dt="2026-09-12T11:58:39.082" v="4100" actId="478"/>
          <ac:spMkLst>
            <pc:docMk/>
            <pc:sldMk cId="1320170143" sldId="261"/>
            <ac:spMk id="2" creationId="{68F5E73B-2701-AB83-569A-8D7EA14ECD4A}"/>
          </ac:spMkLst>
        </pc:spChg>
        <pc:spChg chg="del">
          <ac:chgData name="13исневский Андрей" userId="7c9d820790a6160b" providerId="LiveId" clId="{443DF153-BD04-42F0-A445-4192B442FA7B}" dt="2026-09-12T11:58:37.738" v="4099" actId="478"/>
          <ac:spMkLst>
            <pc:docMk/>
            <pc:sldMk cId="1320170143" sldId="261"/>
            <ac:spMk id="3" creationId="{3832DD7D-2FBB-78DC-A967-C5C13A9E64DF}"/>
          </ac:spMkLst>
        </pc:spChg>
        <pc:spChg chg="add mod">
          <ac:chgData name="13исневский Андрей" userId="7c9d820790a6160b" providerId="LiveId" clId="{443DF153-BD04-42F0-A445-4192B442FA7B}" dt="2026-09-12T13:17:01.946" v="4933" actId="1076"/>
          <ac:spMkLst>
            <pc:docMk/>
            <pc:sldMk cId="1320170143" sldId="261"/>
            <ac:spMk id="7" creationId="{645081F8-3EDC-62C3-3292-5BEC4105E533}"/>
          </ac:spMkLst>
        </pc:spChg>
        <pc:spChg chg="add del">
          <ac:chgData name="13исневский Андрей" userId="7c9d820790a6160b" providerId="LiveId" clId="{443DF153-BD04-42F0-A445-4192B442FA7B}" dt="2026-09-12T12:46:21.486" v="4524" actId="22"/>
          <ac:spMkLst>
            <pc:docMk/>
            <pc:sldMk cId="1320170143" sldId="261"/>
            <ac:spMk id="14" creationId="{5BA09EA5-6D93-E7C2-9E1E-462F8756A269}"/>
          </ac:spMkLst>
        </pc:spChg>
        <pc:spChg chg="add del mod">
          <ac:chgData name="13исневский Андрей" userId="7c9d820790a6160b" providerId="LiveId" clId="{443DF153-BD04-42F0-A445-4192B442FA7B}" dt="2026-09-12T12:47:05.121" v="4547" actId="478"/>
          <ac:spMkLst>
            <pc:docMk/>
            <pc:sldMk cId="1320170143" sldId="261"/>
            <ac:spMk id="16" creationId="{D9A81C4D-8284-1A9D-A27E-3E2E711ABCA4}"/>
          </ac:spMkLst>
        </pc:spChg>
        <pc:graphicFrameChg chg="add mod ord modGraphic">
          <ac:chgData name="13исневский Андрей" userId="7c9d820790a6160b" providerId="LiveId" clId="{443DF153-BD04-42F0-A445-4192B442FA7B}" dt="2026-09-12T13:17:19.677" v="4938" actId="1076"/>
          <ac:graphicFrameMkLst>
            <pc:docMk/>
            <pc:sldMk cId="1320170143" sldId="261"/>
            <ac:graphicFrameMk id="12" creationId="{2AC478FB-D06D-AB56-15CD-C69D6BBBC59D}"/>
          </ac:graphicFrameMkLst>
        </pc:graphicFrameChg>
        <pc:picChg chg="add mod">
          <ac:chgData name="13исневский Андрей" userId="7c9d820790a6160b" providerId="LiveId" clId="{443DF153-BD04-42F0-A445-4192B442FA7B}" dt="2026-09-12T13:20:59.153" v="5195" actId="1076"/>
          <ac:picMkLst>
            <pc:docMk/>
            <pc:sldMk cId="1320170143" sldId="261"/>
            <ac:picMk id="2" creationId="{8046CE8F-93FB-4B8F-4AE4-FA6DF4794334}"/>
          </ac:picMkLst>
        </pc:picChg>
        <pc:picChg chg="add del mod">
          <ac:chgData name="13исневский Андрей" userId="7c9d820790a6160b" providerId="LiveId" clId="{443DF153-BD04-42F0-A445-4192B442FA7B}" dt="2026-09-12T13:04:22.701" v="4601" actId="478"/>
          <ac:picMkLst>
            <pc:docMk/>
            <pc:sldMk cId="1320170143" sldId="261"/>
            <ac:picMk id="5" creationId="{C2DD5668-5BCE-6B5D-32F6-35FA788A56DB}"/>
          </ac:picMkLst>
        </pc:picChg>
        <pc:picChg chg="add mod">
          <ac:chgData name="13исневский Андрей" userId="7c9d820790a6160b" providerId="LiveId" clId="{443DF153-BD04-42F0-A445-4192B442FA7B}" dt="2026-09-12T13:17:22.642" v="4940" actId="1076"/>
          <ac:picMkLst>
            <pc:docMk/>
            <pc:sldMk cId="1320170143" sldId="261"/>
            <ac:picMk id="9" creationId="{DE7B5830-3117-66E6-0593-DC89A1BDFE43}"/>
          </ac:picMkLst>
        </pc:picChg>
        <pc:picChg chg="add del mod">
          <ac:chgData name="13исневский Андрей" userId="7c9d820790a6160b" providerId="LiveId" clId="{443DF153-BD04-42F0-A445-4192B442FA7B}" dt="2026-09-12T12:46:45.156" v="4533" actId="21"/>
          <ac:picMkLst>
            <pc:docMk/>
            <pc:sldMk cId="1320170143" sldId="261"/>
            <ac:picMk id="11" creationId="{4153ECD4-246B-6897-C84B-5F748C18B771}"/>
          </ac:picMkLst>
        </pc:picChg>
        <pc:picChg chg="add del mod">
          <ac:chgData name="13исневский Андрей" userId="7c9d820790a6160b" providerId="LiveId" clId="{443DF153-BD04-42F0-A445-4192B442FA7B}" dt="2026-09-12T12:46:48.747" v="4537" actId="21"/>
          <ac:picMkLst>
            <pc:docMk/>
            <pc:sldMk cId="1320170143" sldId="261"/>
            <ac:picMk id="18" creationId="{949D9F47-47EF-2B96-8913-7323C29FB3A8}"/>
          </ac:picMkLst>
        </pc:picChg>
        <pc:picChg chg="add del">
          <ac:chgData name="13исневский Андрей" userId="7c9d820790a6160b" providerId="LiveId" clId="{443DF153-BD04-42F0-A445-4192B442FA7B}" dt="2026-09-12T12:46:51.812" v="4539" actId="21"/>
          <ac:picMkLst>
            <pc:docMk/>
            <pc:sldMk cId="1320170143" sldId="261"/>
            <ac:picMk id="20" creationId="{CE2D872F-41B8-E4D6-7CF1-51166E28637F}"/>
          </ac:picMkLst>
        </pc:picChg>
        <pc:picChg chg="add mod modCrop">
          <ac:chgData name="13исневский Андрей" userId="7c9d820790a6160b" providerId="LiveId" clId="{443DF153-BD04-42F0-A445-4192B442FA7B}" dt="2026-09-12T13:21:03.082" v="5196" actId="1076"/>
          <ac:picMkLst>
            <pc:docMk/>
            <pc:sldMk cId="1320170143" sldId="261"/>
            <ac:picMk id="22" creationId="{C6BB676B-5E26-230B-7D15-B305C5E5B0C7}"/>
          </ac:picMkLst>
        </pc:picChg>
      </pc:sldChg>
      <pc:sldChg chg="addSp delSp modSp add mod setBg">
        <pc:chgData name="13исневский Андрей" userId="7c9d820790a6160b" providerId="LiveId" clId="{443DF153-BD04-42F0-A445-4192B442FA7B}" dt="2026-09-12T12:02:29.866" v="4112" actId="20577"/>
        <pc:sldMkLst>
          <pc:docMk/>
          <pc:sldMk cId="51493162" sldId="262"/>
        </pc:sldMkLst>
        <pc:spChg chg="del">
          <ac:chgData name="13исневский Андрей" userId="7c9d820790a6160b" providerId="LiveId" clId="{443DF153-BD04-42F0-A445-4192B442FA7B}" dt="2026-09-12T10:21:39.629" v="1500" actId="478"/>
          <ac:spMkLst>
            <pc:docMk/>
            <pc:sldMk cId="51493162" sldId="262"/>
            <ac:spMk id="2" creationId="{F6250798-9EAF-7BAE-5985-D5DAD7CA0408}"/>
          </ac:spMkLst>
        </pc:spChg>
        <pc:spChg chg="add del mod">
          <ac:chgData name="13исневский Андрей" userId="7c9d820790a6160b" providerId="LiveId" clId="{443DF153-BD04-42F0-A445-4192B442FA7B}" dt="2026-09-12T12:02:29.866" v="4112" actId="20577"/>
          <ac:spMkLst>
            <pc:docMk/>
            <pc:sldMk cId="51493162" sldId="262"/>
            <ac:spMk id="3" creationId="{AB614269-B0B3-1EA1-3751-616823106527}"/>
          </ac:spMkLst>
        </pc:spChg>
        <pc:spChg chg="add del mod">
          <ac:chgData name="13исневский Андрей" userId="7c9d820790a6160b" providerId="LiveId" clId="{443DF153-BD04-42F0-A445-4192B442FA7B}" dt="2026-09-12T10:21:41.298" v="1501" actId="478"/>
          <ac:spMkLst>
            <pc:docMk/>
            <pc:sldMk cId="51493162" sldId="262"/>
            <ac:spMk id="7" creationId="{9DC89CF1-45D6-5099-A4D8-7CB566843849}"/>
          </ac:spMkLst>
        </pc:spChg>
        <pc:spChg chg="add mod">
          <ac:chgData name="13исневский Андрей" userId="7c9d820790a6160b" providerId="LiveId" clId="{443DF153-BD04-42F0-A445-4192B442FA7B}" dt="2026-09-12T10:21:42.129" v="1502"/>
          <ac:spMkLst>
            <pc:docMk/>
            <pc:sldMk cId="51493162" sldId="262"/>
            <ac:spMk id="8" creationId="{F60614CA-3280-8C71-6A63-F447975440BE}"/>
          </ac:spMkLst>
        </pc:spChg>
        <pc:spChg chg="add del mod">
          <ac:chgData name="13исневский Андрей" userId="7c9d820790a6160b" providerId="LiveId" clId="{443DF153-BD04-42F0-A445-4192B442FA7B}" dt="2026-09-12T10:22:14.054" v="1520" actId="478"/>
          <ac:spMkLst>
            <pc:docMk/>
            <pc:sldMk cId="51493162" sldId="262"/>
            <ac:spMk id="12" creationId="{89481488-2483-81E5-1750-30D46B43D29D}"/>
          </ac:spMkLst>
        </pc:spChg>
        <pc:spChg chg="del">
          <ac:chgData name="13исневский Андрей" userId="7c9d820790a6160b" providerId="LiveId" clId="{443DF153-BD04-42F0-A445-4192B442FA7B}" dt="2026-09-12T10:22:41.212" v="1532" actId="478"/>
          <ac:spMkLst>
            <pc:docMk/>
            <pc:sldMk cId="51493162" sldId="262"/>
            <ac:spMk id="16" creationId="{498D7550-2556-DE19-7973-B54F8A6BBC46}"/>
          </ac:spMkLst>
        </pc:spChg>
        <pc:spChg chg="del mod">
          <ac:chgData name="13исневский Андрей" userId="7c9d820790a6160b" providerId="LiveId" clId="{443DF153-BD04-42F0-A445-4192B442FA7B}" dt="2026-09-12T10:22:42.892" v="1535" actId="478"/>
          <ac:spMkLst>
            <pc:docMk/>
            <pc:sldMk cId="51493162" sldId="262"/>
            <ac:spMk id="18" creationId="{C0858384-AE08-409D-8BF9-C6E2D1A8C53C}"/>
          </ac:spMkLst>
        </pc:spChg>
        <pc:spChg chg="add mod">
          <ac:chgData name="13исневский Андрей" userId="7c9d820790a6160b" providerId="LiveId" clId="{443DF153-BD04-42F0-A445-4192B442FA7B}" dt="2026-09-12T10:24:48.502" v="1572" actId="1076"/>
          <ac:spMkLst>
            <pc:docMk/>
            <pc:sldMk cId="51493162" sldId="262"/>
            <ac:spMk id="19" creationId="{89A7798C-989F-1EB9-9F0C-8B0161A83F9B}"/>
          </ac:spMkLst>
        </pc:spChg>
        <pc:spChg chg="del mod">
          <ac:chgData name="13исневский Андрей" userId="7c9d820790a6160b" providerId="LiveId" clId="{443DF153-BD04-42F0-A445-4192B442FA7B}" dt="2026-09-12T10:22:45.204" v="1537" actId="478"/>
          <ac:spMkLst>
            <pc:docMk/>
            <pc:sldMk cId="51493162" sldId="262"/>
            <ac:spMk id="20" creationId="{88C84004-2167-6B4A-D74C-D0A9414E635E}"/>
          </ac:spMkLst>
        </pc:spChg>
        <pc:spChg chg="del">
          <ac:chgData name="13исневский Андрей" userId="7c9d820790a6160b" providerId="LiveId" clId="{443DF153-BD04-42F0-A445-4192B442FA7B}" dt="2026-09-12T10:21:59.040" v="1506" actId="478"/>
          <ac:spMkLst>
            <pc:docMk/>
            <pc:sldMk cId="51493162" sldId="262"/>
            <ac:spMk id="21" creationId="{5432EFEE-EE7A-A522-EBF5-3526A0DE9CD1}"/>
          </ac:spMkLst>
        </pc:spChg>
        <pc:spChg chg="del mod">
          <ac:chgData name="13исневский Андрей" userId="7c9d820790a6160b" providerId="LiveId" clId="{443DF153-BD04-42F0-A445-4192B442FA7B}" dt="2026-09-12T10:22:07.311" v="1511" actId="478"/>
          <ac:spMkLst>
            <pc:docMk/>
            <pc:sldMk cId="51493162" sldId="262"/>
            <ac:spMk id="22" creationId="{FE6EEA21-D4B7-C8D9-9503-A22482F44378}"/>
          </ac:spMkLst>
        </pc:spChg>
        <pc:spChg chg="del mod">
          <ac:chgData name="13исневский Андрей" userId="7c9d820790a6160b" providerId="LiveId" clId="{443DF153-BD04-42F0-A445-4192B442FA7B}" dt="2026-09-12T10:22:06.241" v="1510" actId="478"/>
          <ac:spMkLst>
            <pc:docMk/>
            <pc:sldMk cId="51493162" sldId="262"/>
            <ac:spMk id="23" creationId="{8C0A2B4E-BDBF-453F-C9D1-1D8034538300}"/>
          </ac:spMkLst>
        </pc:spChg>
        <pc:spChg chg="del">
          <ac:chgData name="13исневский Андрей" userId="7c9d820790a6160b" providerId="LiveId" clId="{443DF153-BD04-42F0-A445-4192B442FA7B}" dt="2026-09-12T10:22:08.356" v="1512" actId="478"/>
          <ac:spMkLst>
            <pc:docMk/>
            <pc:sldMk cId="51493162" sldId="262"/>
            <ac:spMk id="24" creationId="{7095F9C4-16E0-52C5-AE77-FAA282E606A6}"/>
          </ac:spMkLst>
        </pc:spChg>
        <pc:spChg chg="add del mod">
          <ac:chgData name="13исневский Андрей" userId="7c9d820790a6160b" providerId="LiveId" clId="{443DF153-BD04-42F0-A445-4192B442FA7B}" dt="2026-09-12T10:24:07.771" v="1565" actId="478"/>
          <ac:spMkLst>
            <pc:docMk/>
            <pc:sldMk cId="51493162" sldId="262"/>
            <ac:spMk id="30" creationId="{90FC7DB1-EAED-0348-B2AC-30290394E466}"/>
          </ac:spMkLst>
        </pc:spChg>
        <pc:spChg chg="add mod">
          <ac:chgData name="13исневский Андрей" userId="7c9d820790a6160b" providerId="LiveId" clId="{443DF153-BD04-42F0-A445-4192B442FA7B}" dt="2026-09-12T12:02:22.251" v="4105" actId="1076"/>
          <ac:spMkLst>
            <pc:docMk/>
            <pc:sldMk cId="51493162" sldId="262"/>
            <ac:spMk id="31" creationId="{A7239208-A55B-EA53-A8CC-7776C6E7E769}"/>
          </ac:spMkLst>
        </pc:spChg>
        <pc:spChg chg="add del">
          <ac:chgData name="13исневский Андрей" userId="7c9d820790a6160b" providerId="LiveId" clId="{443DF153-BD04-42F0-A445-4192B442FA7B}" dt="2026-09-12T10:24:22.166" v="1568" actId="11529"/>
          <ac:spMkLst>
            <pc:docMk/>
            <pc:sldMk cId="51493162" sldId="262"/>
            <ac:spMk id="32" creationId="{2FD02E6C-AF25-36B6-AB23-C05C29BA5BE1}"/>
          </ac:spMkLst>
        </pc:spChg>
        <pc:spChg chg="add mod">
          <ac:chgData name="13исневский Андрей" userId="7c9d820790a6160b" providerId="LiveId" clId="{443DF153-BD04-42F0-A445-4192B442FA7B}" dt="2026-09-12T11:56:28.032" v="4000" actId="1076"/>
          <ac:spMkLst>
            <pc:docMk/>
            <pc:sldMk cId="51493162" sldId="262"/>
            <ac:spMk id="33" creationId="{8EAB9DF0-B9AC-33B5-7865-625912A38FF3}"/>
          </ac:spMkLst>
        </pc:spChg>
        <pc:spChg chg="add del mod">
          <ac:chgData name="13исневский Андрей" userId="7c9d820790a6160b" providerId="LiveId" clId="{443DF153-BD04-42F0-A445-4192B442FA7B}" dt="2026-09-12T11:56:19.635" v="3996" actId="478"/>
          <ac:spMkLst>
            <pc:docMk/>
            <pc:sldMk cId="51493162" sldId="262"/>
            <ac:spMk id="35" creationId="{7ED31122-821C-AB1C-DBB6-1F6F4CFE5485}"/>
          </ac:spMkLst>
        </pc:spChg>
        <pc:spChg chg="add mod">
          <ac:chgData name="13исневский Андрей" userId="7c9d820790a6160b" providerId="LiveId" clId="{443DF153-BD04-42F0-A445-4192B442FA7B}" dt="2026-09-12T11:56:06.193" v="3990" actId="27636"/>
          <ac:spMkLst>
            <pc:docMk/>
            <pc:sldMk cId="51493162" sldId="262"/>
            <ac:spMk id="36" creationId="{DBE7D179-EFAA-6FFE-DF3C-52BC85879E66}"/>
          </ac:spMkLst>
        </pc:spChg>
        <pc:spChg chg="add del mod">
          <ac:chgData name="13исневский Андрей" userId="7c9d820790a6160b" providerId="LiveId" clId="{443DF153-BD04-42F0-A445-4192B442FA7B}" dt="2026-09-12T11:56:21.424" v="3997" actId="478"/>
          <ac:spMkLst>
            <pc:docMk/>
            <pc:sldMk cId="51493162" sldId="262"/>
            <ac:spMk id="37" creationId="{94AAE527-749A-592C-F186-DF662C72FCA1}"/>
          </ac:spMkLst>
        </pc:spChg>
        <pc:spChg chg="add del mod">
          <ac:chgData name="13исневский Андрей" userId="7c9d820790a6160b" providerId="LiveId" clId="{443DF153-BD04-42F0-A445-4192B442FA7B}" dt="2026-09-12T11:56:23.758" v="3998" actId="478"/>
          <ac:spMkLst>
            <pc:docMk/>
            <pc:sldMk cId="51493162" sldId="262"/>
            <ac:spMk id="39" creationId="{DE7CD62C-BB1C-5D1D-91FF-18219C3A347C}"/>
          </ac:spMkLst>
        </pc:spChg>
        <pc:spChg chg="add del mod">
          <ac:chgData name="13исневский Андрей" userId="7c9d820790a6160b" providerId="LiveId" clId="{443DF153-BD04-42F0-A445-4192B442FA7B}" dt="2026-09-12T11:56:37.653" v="4005" actId="478"/>
          <ac:spMkLst>
            <pc:docMk/>
            <pc:sldMk cId="51493162" sldId="262"/>
            <ac:spMk id="41" creationId="{B40F6E9E-31C4-D37D-3AE3-92BD87CFDF50}"/>
          </ac:spMkLst>
        </pc:spChg>
        <pc:spChg chg="add del">
          <ac:chgData name="13исневский Андрей" userId="7c9d820790a6160b" providerId="LiveId" clId="{443DF153-BD04-42F0-A445-4192B442FA7B}" dt="2026-09-12T11:09:37.864" v="2603" actId="22"/>
          <ac:spMkLst>
            <pc:docMk/>
            <pc:sldMk cId="51493162" sldId="262"/>
            <ac:spMk id="43" creationId="{EECE15C2-F4ED-0A37-AECB-01B02D723E84}"/>
          </ac:spMkLst>
        </pc:spChg>
        <pc:spChg chg="add del">
          <ac:chgData name="13исневский Андрей" userId="7c9d820790a6160b" providerId="LiveId" clId="{443DF153-BD04-42F0-A445-4192B442FA7B}" dt="2026-09-12T11:09:37.864" v="2603" actId="22"/>
          <ac:spMkLst>
            <pc:docMk/>
            <pc:sldMk cId="51493162" sldId="262"/>
            <ac:spMk id="45" creationId="{9691FBD2-E1C9-55B1-C56A-A3CFB8159592}"/>
          </ac:spMkLst>
        </pc:spChg>
        <pc:spChg chg="add del mod">
          <ac:chgData name="13исневский Андрей" userId="7c9d820790a6160b" providerId="LiveId" clId="{443DF153-BD04-42F0-A445-4192B442FA7B}" dt="2026-09-12T11:56:33.266" v="4003" actId="478"/>
          <ac:spMkLst>
            <pc:docMk/>
            <pc:sldMk cId="51493162" sldId="262"/>
            <ac:spMk id="47" creationId="{A3BC9659-1440-EF88-B2D8-E5610E86108C}"/>
          </ac:spMkLst>
        </pc:spChg>
        <pc:spChg chg="add del mod">
          <ac:chgData name="13исневский Андрей" userId="7c9d820790a6160b" providerId="LiveId" clId="{443DF153-BD04-42F0-A445-4192B442FA7B}" dt="2026-09-12T11:56:36.205" v="4004" actId="478"/>
          <ac:spMkLst>
            <pc:docMk/>
            <pc:sldMk cId="51493162" sldId="262"/>
            <ac:spMk id="49" creationId="{3008C002-579E-D594-53B5-7F3CAE3E9079}"/>
          </ac:spMkLst>
        </pc:spChg>
        <pc:spChg chg="add del mod">
          <ac:chgData name="13исневский Андрей" userId="7c9d820790a6160b" providerId="LiveId" clId="{443DF153-BD04-42F0-A445-4192B442FA7B}" dt="2026-09-12T11:56:29.828" v="4001" actId="478"/>
          <ac:spMkLst>
            <pc:docMk/>
            <pc:sldMk cId="51493162" sldId="262"/>
            <ac:spMk id="51" creationId="{D5B760F3-6CEE-68CE-2E3D-4F96EA989498}"/>
          </ac:spMkLst>
        </pc:spChg>
        <pc:spChg chg="add del mod">
          <ac:chgData name="13исневский Андрей" userId="7c9d820790a6160b" providerId="LiveId" clId="{443DF153-BD04-42F0-A445-4192B442FA7B}" dt="2026-09-12T11:56:32.077" v="4002" actId="478"/>
          <ac:spMkLst>
            <pc:docMk/>
            <pc:sldMk cId="51493162" sldId="262"/>
            <ac:spMk id="53" creationId="{8F51808D-DC93-12FF-15A4-54C626F49ADA}"/>
          </ac:spMkLst>
        </pc:spChg>
        <pc:spChg chg="add mod">
          <ac:chgData name="13исневский Андрей" userId="7c9d820790a6160b" providerId="LiveId" clId="{443DF153-BD04-42F0-A445-4192B442FA7B}" dt="2026-09-12T11:55:10.157" v="3984" actId="1076"/>
          <ac:spMkLst>
            <pc:docMk/>
            <pc:sldMk cId="51493162" sldId="262"/>
            <ac:spMk id="54" creationId="{09731E77-99AF-1BD4-6371-29831785089B}"/>
          </ac:spMkLst>
        </pc:spChg>
        <pc:spChg chg="add mod">
          <ac:chgData name="13исневский Андрей" userId="7c9d820790a6160b" providerId="LiveId" clId="{443DF153-BD04-42F0-A445-4192B442FA7B}" dt="2026-09-12T11:55:10.157" v="3984" actId="1076"/>
          <ac:spMkLst>
            <pc:docMk/>
            <pc:sldMk cId="51493162" sldId="262"/>
            <ac:spMk id="55" creationId="{5FD3D81D-4BFA-AEC9-C22E-594778FABFB6}"/>
          </ac:spMkLst>
        </pc:spChg>
        <pc:spChg chg="add mod">
          <ac:chgData name="13исневский Андрей" userId="7c9d820790a6160b" providerId="LiveId" clId="{443DF153-BD04-42F0-A445-4192B442FA7B}" dt="2026-09-12T11:55:10.157" v="3984" actId="1076"/>
          <ac:spMkLst>
            <pc:docMk/>
            <pc:sldMk cId="51493162" sldId="262"/>
            <ac:spMk id="56" creationId="{C4A71C17-CDF5-1756-4DC5-3ED79B5235A6}"/>
          </ac:spMkLst>
        </pc:spChg>
        <pc:spChg chg="add mod">
          <ac:chgData name="13исневский Андрей" userId="7c9d820790a6160b" providerId="LiveId" clId="{443DF153-BD04-42F0-A445-4192B442FA7B}" dt="2026-09-12T11:55:10.157" v="3984" actId="1076"/>
          <ac:spMkLst>
            <pc:docMk/>
            <pc:sldMk cId="51493162" sldId="262"/>
            <ac:spMk id="57" creationId="{C14CC916-F543-D6D7-80BB-F7026B14DFE4}"/>
          </ac:spMkLst>
        </pc:spChg>
        <pc:spChg chg="add mod">
          <ac:chgData name="13исневский Андрей" userId="7c9d820790a6160b" providerId="LiveId" clId="{443DF153-BD04-42F0-A445-4192B442FA7B}" dt="2026-09-12T11:55:10.157" v="3984" actId="1076"/>
          <ac:spMkLst>
            <pc:docMk/>
            <pc:sldMk cId="51493162" sldId="262"/>
            <ac:spMk id="58" creationId="{A26BA131-4B68-8C66-D4D3-D82A716D7E8F}"/>
          </ac:spMkLst>
        </pc:spChg>
        <pc:spChg chg="add mod">
          <ac:chgData name="13исневский Андрей" userId="7c9d820790a6160b" providerId="LiveId" clId="{443DF153-BD04-42F0-A445-4192B442FA7B}" dt="2026-09-12T11:55:10.157" v="3984" actId="1076"/>
          <ac:spMkLst>
            <pc:docMk/>
            <pc:sldMk cId="51493162" sldId="262"/>
            <ac:spMk id="59" creationId="{71205F31-45C6-F5E3-26BE-43EB69D889A8}"/>
          </ac:spMkLst>
        </pc:spChg>
        <pc:spChg chg="add mod">
          <ac:chgData name="13исневский Андрей" userId="7c9d820790a6160b" providerId="LiveId" clId="{443DF153-BD04-42F0-A445-4192B442FA7B}" dt="2026-09-12T11:55:10.157" v="3984" actId="1076"/>
          <ac:spMkLst>
            <pc:docMk/>
            <pc:sldMk cId="51493162" sldId="262"/>
            <ac:spMk id="61" creationId="{794A406A-0B55-BA23-39D6-8DC34F4AE9EB}"/>
          </ac:spMkLst>
        </pc:spChg>
        <pc:spChg chg="add mod">
          <ac:chgData name="13исневский Андрей" userId="7c9d820790a6160b" providerId="LiveId" clId="{443DF153-BD04-42F0-A445-4192B442FA7B}" dt="2026-09-12T11:55:10.157" v="3984" actId="1076"/>
          <ac:spMkLst>
            <pc:docMk/>
            <pc:sldMk cId="51493162" sldId="262"/>
            <ac:spMk id="62" creationId="{B7815450-2092-7640-0710-5CF201899613}"/>
          </ac:spMkLst>
        </pc:spChg>
        <pc:spChg chg="add mod">
          <ac:chgData name="13исневский Андрей" userId="7c9d820790a6160b" providerId="LiveId" clId="{443DF153-BD04-42F0-A445-4192B442FA7B}" dt="2026-09-12T11:55:10.157" v="3984" actId="1076"/>
          <ac:spMkLst>
            <pc:docMk/>
            <pc:sldMk cId="51493162" sldId="262"/>
            <ac:spMk id="63" creationId="{A24666BF-192C-B2C1-6483-42DACF5827D1}"/>
          </ac:spMkLst>
        </pc:spChg>
        <pc:spChg chg="add mod">
          <ac:chgData name="13исневский Андрей" userId="7c9d820790a6160b" providerId="LiveId" clId="{443DF153-BD04-42F0-A445-4192B442FA7B}" dt="2026-09-12T11:55:10.157" v="3984" actId="1076"/>
          <ac:spMkLst>
            <pc:docMk/>
            <pc:sldMk cId="51493162" sldId="262"/>
            <ac:spMk id="65" creationId="{104AEAB7-76A0-6FF6-FBBB-CBF25C3CA2E5}"/>
          </ac:spMkLst>
        </pc:spChg>
        <pc:cxnChg chg="del">
          <ac:chgData name="13исневский Андрей" userId="7c9d820790a6160b" providerId="LiveId" clId="{443DF153-BD04-42F0-A445-4192B442FA7B}" dt="2026-09-12T10:22:10.661" v="1516" actId="478"/>
          <ac:cxnSpMkLst>
            <pc:docMk/>
            <pc:sldMk cId="51493162" sldId="262"/>
            <ac:cxnSpMk id="4" creationId="{E02B230F-B6B5-37E5-009F-5A069F9E32B1}"/>
          </ac:cxnSpMkLst>
        </pc:cxnChg>
        <pc:cxnChg chg="del">
          <ac:chgData name="13исневский Андрей" userId="7c9d820790a6160b" providerId="LiveId" clId="{443DF153-BD04-42F0-A445-4192B442FA7B}" dt="2026-09-12T10:22:12.261" v="1518" actId="478"/>
          <ac:cxnSpMkLst>
            <pc:docMk/>
            <pc:sldMk cId="51493162" sldId="262"/>
            <ac:cxnSpMk id="6" creationId="{2531B19D-808F-EA33-B3B4-A6ADB180B540}"/>
          </ac:cxnSpMkLst>
        </pc:cxnChg>
        <pc:cxnChg chg="add del mod">
          <ac:chgData name="13исневский Андрей" userId="7c9d820790a6160b" providerId="LiveId" clId="{443DF153-BD04-42F0-A445-4192B442FA7B}" dt="2026-09-12T10:23:25.191" v="1551" actId="478"/>
          <ac:cxnSpMkLst>
            <pc:docMk/>
            <pc:sldMk cId="51493162" sldId="262"/>
            <ac:cxnSpMk id="9" creationId="{144C2E0E-751A-5AF2-0963-94DA60ED0B58}"/>
          </ac:cxnSpMkLst>
        </pc:cxnChg>
        <pc:cxnChg chg="del">
          <ac:chgData name="13исневский Андрей" userId="7c9d820790a6160b" providerId="LiveId" clId="{443DF153-BD04-42F0-A445-4192B442FA7B}" dt="2026-09-12T10:22:40.475" v="1531" actId="478"/>
          <ac:cxnSpMkLst>
            <pc:docMk/>
            <pc:sldMk cId="51493162" sldId="262"/>
            <ac:cxnSpMk id="11" creationId="{BEF85D75-E96D-A76E-698A-9C337E855B98}"/>
          </ac:cxnSpMkLst>
        </pc:cxnChg>
        <pc:cxnChg chg="del">
          <ac:chgData name="13исневский Андрей" userId="7c9d820790a6160b" providerId="LiveId" clId="{443DF153-BD04-42F0-A445-4192B442FA7B}" dt="2026-09-12T10:22:42.210" v="1534" actId="478"/>
          <ac:cxnSpMkLst>
            <pc:docMk/>
            <pc:sldMk cId="51493162" sldId="262"/>
            <ac:cxnSpMk id="14" creationId="{201B2B5C-4F4C-0A92-4946-22701C94A2EE}"/>
          </ac:cxnSpMkLst>
        </pc:cxnChg>
        <pc:cxnChg chg="del">
          <ac:chgData name="13исневский Андрей" userId="7c9d820790a6160b" providerId="LiveId" clId="{443DF153-BD04-42F0-A445-4192B442FA7B}" dt="2026-09-12T10:22:11.735" v="1517" actId="478"/>
          <ac:cxnSpMkLst>
            <pc:docMk/>
            <pc:sldMk cId="51493162" sldId="262"/>
            <ac:cxnSpMk id="15" creationId="{14A36133-0D6D-7EEA-E19F-081D0A703645}"/>
          </ac:cxnSpMkLst>
        </pc:cxnChg>
        <pc:cxnChg chg="del">
          <ac:chgData name="13исневский Андрей" userId="7c9d820790a6160b" providerId="LiveId" clId="{443DF153-BD04-42F0-A445-4192B442FA7B}" dt="2026-09-12T10:21:59.899" v="1507" actId="478"/>
          <ac:cxnSpMkLst>
            <pc:docMk/>
            <pc:sldMk cId="51493162" sldId="262"/>
            <ac:cxnSpMk id="25" creationId="{9AC7DE60-BBE7-2941-CAC5-D7C8204362B0}"/>
          </ac:cxnSpMkLst>
        </pc:cxnChg>
        <pc:cxnChg chg="del">
          <ac:chgData name="13исневский Андрей" userId="7c9d820790a6160b" providerId="LiveId" clId="{443DF153-BD04-42F0-A445-4192B442FA7B}" dt="2026-09-12T10:22:10.035" v="1515" actId="478"/>
          <ac:cxnSpMkLst>
            <pc:docMk/>
            <pc:sldMk cId="51493162" sldId="262"/>
            <ac:cxnSpMk id="26" creationId="{78855553-B962-14A9-C55D-C6FE1E89E51D}"/>
          </ac:cxnSpMkLst>
        </pc:cxnChg>
        <pc:cxnChg chg="del">
          <ac:chgData name="13исневский Андрей" userId="7c9d820790a6160b" providerId="LiveId" clId="{443DF153-BD04-42F0-A445-4192B442FA7B}" dt="2026-09-12T10:22:08.783" v="1513" actId="478"/>
          <ac:cxnSpMkLst>
            <pc:docMk/>
            <pc:sldMk cId="51493162" sldId="262"/>
            <ac:cxnSpMk id="27" creationId="{626E72D0-1247-2E98-47E9-7FF349C732DC}"/>
          </ac:cxnSpMkLst>
        </pc:cxnChg>
        <pc:cxnChg chg="del">
          <ac:chgData name="13исневский Андрей" userId="7c9d820790a6160b" providerId="LiveId" clId="{443DF153-BD04-42F0-A445-4192B442FA7B}" dt="2026-09-12T10:22:09.528" v="1514" actId="478"/>
          <ac:cxnSpMkLst>
            <pc:docMk/>
            <pc:sldMk cId="51493162" sldId="262"/>
            <ac:cxnSpMk id="28" creationId="{937CDA19-484B-79F5-871D-19067396D3E4}"/>
          </ac:cxnSpMkLst>
        </pc:cxnChg>
      </pc:sldChg>
      <pc:sldChg chg="addSp delSp modSp add mod ord">
        <pc:chgData name="13исневский Андрей" userId="7c9d820790a6160b" providerId="LiveId" clId="{443DF153-BD04-42F0-A445-4192B442FA7B}" dt="2026-09-12T12:46:12.119" v="4522" actId="12385"/>
        <pc:sldMkLst>
          <pc:docMk/>
          <pc:sldMk cId="422730286" sldId="263"/>
        </pc:sldMkLst>
        <pc:spChg chg="mod">
          <ac:chgData name="13исневский Андрей" userId="7c9d820790a6160b" providerId="LiveId" clId="{443DF153-BD04-42F0-A445-4192B442FA7B}" dt="2026-09-12T12:17:00.949" v="4243" actId="1076"/>
          <ac:spMkLst>
            <pc:docMk/>
            <pc:sldMk cId="422730286" sldId="263"/>
            <ac:spMk id="2" creationId="{378B76E0-C58A-9BCE-5DF6-24E0D4A64663}"/>
          </ac:spMkLst>
        </pc:spChg>
        <pc:spChg chg="del mod">
          <ac:chgData name="13исневский Андрей" userId="7c9d820790a6160b" providerId="LiveId" clId="{443DF153-BD04-42F0-A445-4192B442FA7B}" dt="2026-09-12T10:50:28.944" v="1982" actId="478"/>
          <ac:spMkLst>
            <pc:docMk/>
            <pc:sldMk cId="422730286" sldId="263"/>
            <ac:spMk id="3" creationId="{0B423E81-E775-5A75-88AF-113ABD64BE0F}"/>
          </ac:spMkLst>
        </pc:spChg>
        <pc:spChg chg="add del mod">
          <ac:chgData name="13исневский Андрей" userId="7c9d820790a6160b" providerId="LiveId" clId="{443DF153-BD04-42F0-A445-4192B442FA7B}" dt="2026-09-12T10:50:34.225" v="1983" actId="478"/>
          <ac:spMkLst>
            <pc:docMk/>
            <pc:sldMk cId="422730286" sldId="263"/>
            <ac:spMk id="8" creationId="{9B13ACA8-B6B0-F77D-CD70-A4A0F933FBB3}"/>
          </ac:spMkLst>
        </pc:spChg>
        <pc:spChg chg="add del mod">
          <ac:chgData name="13исневский Андрей" userId="7c9d820790a6160b" providerId="LiveId" clId="{443DF153-BD04-42F0-A445-4192B442FA7B}" dt="2026-09-12T11:01:03.765" v="2212" actId="478"/>
          <ac:spMkLst>
            <pc:docMk/>
            <pc:sldMk cId="422730286" sldId="263"/>
            <ac:spMk id="10" creationId="{57E5977D-E8E2-0342-F99F-54F3A1769D34}"/>
          </ac:spMkLst>
        </pc:spChg>
        <pc:spChg chg="add del mod">
          <ac:chgData name="13исневский Андрей" userId="7c9d820790a6160b" providerId="LiveId" clId="{443DF153-BD04-42F0-A445-4192B442FA7B}" dt="2026-09-12T11:01:02.451" v="2211" actId="478"/>
          <ac:spMkLst>
            <pc:docMk/>
            <pc:sldMk cId="422730286" sldId="263"/>
            <ac:spMk id="13" creationId="{0360F90A-2ABA-B056-2A01-3556E564D216}"/>
          </ac:spMkLst>
        </pc:spChg>
        <pc:spChg chg="del mod">
          <ac:chgData name="13исневский Андрей" userId="7c9d820790a6160b" providerId="LiveId" clId="{443DF153-BD04-42F0-A445-4192B442FA7B}" dt="2026-09-12T10:50:28.944" v="1982" actId="478"/>
          <ac:spMkLst>
            <pc:docMk/>
            <pc:sldMk cId="422730286" sldId="263"/>
            <ac:spMk id="16" creationId="{C76FE76F-2778-CAE8-2BF8-7D3BC8FFCB07}"/>
          </ac:spMkLst>
        </pc:spChg>
        <pc:spChg chg="del mod">
          <ac:chgData name="13исневский Андрей" userId="7c9d820790a6160b" providerId="LiveId" clId="{443DF153-BD04-42F0-A445-4192B442FA7B}" dt="2026-09-12T10:50:28.944" v="1982" actId="478"/>
          <ac:spMkLst>
            <pc:docMk/>
            <pc:sldMk cId="422730286" sldId="263"/>
            <ac:spMk id="18" creationId="{FFE20FE7-10A9-E9ED-66DC-62F162972085}"/>
          </ac:spMkLst>
        </pc:spChg>
        <pc:spChg chg="add del mod">
          <ac:chgData name="13исневский Андрей" userId="7c9d820790a6160b" providerId="LiveId" clId="{443DF153-BD04-42F0-A445-4192B442FA7B}" dt="2026-09-12T11:01:01.026" v="2210" actId="478"/>
          <ac:spMkLst>
            <pc:docMk/>
            <pc:sldMk cId="422730286" sldId="263"/>
            <ac:spMk id="19" creationId="{8BF29D09-9598-DE02-75B1-D8CB56F9BE4D}"/>
          </ac:spMkLst>
        </pc:spChg>
        <pc:spChg chg="del mod">
          <ac:chgData name="13исневский Андрей" userId="7c9d820790a6160b" providerId="LiveId" clId="{443DF153-BD04-42F0-A445-4192B442FA7B}" dt="2026-09-12T10:50:28.944" v="1982" actId="478"/>
          <ac:spMkLst>
            <pc:docMk/>
            <pc:sldMk cId="422730286" sldId="263"/>
            <ac:spMk id="20" creationId="{34CFD555-11B8-FA41-DEC9-CD1EB2C9D222}"/>
          </ac:spMkLst>
        </pc:spChg>
        <pc:spChg chg="del mod">
          <ac:chgData name="13исневский Андрей" userId="7c9d820790a6160b" providerId="LiveId" clId="{443DF153-BD04-42F0-A445-4192B442FA7B}" dt="2026-09-12T10:50:28.944" v="1982" actId="478"/>
          <ac:spMkLst>
            <pc:docMk/>
            <pc:sldMk cId="422730286" sldId="263"/>
            <ac:spMk id="21" creationId="{19CD290D-A3ED-4628-89E3-0ACEC47D94C8}"/>
          </ac:spMkLst>
        </pc:spChg>
        <pc:spChg chg="del mod">
          <ac:chgData name="13исневский Андрей" userId="7c9d820790a6160b" providerId="LiveId" clId="{443DF153-BD04-42F0-A445-4192B442FA7B}" dt="2026-09-12T10:50:28.944" v="1982" actId="478"/>
          <ac:spMkLst>
            <pc:docMk/>
            <pc:sldMk cId="422730286" sldId="263"/>
            <ac:spMk id="22" creationId="{8B729284-777E-A524-441A-1D906551C106}"/>
          </ac:spMkLst>
        </pc:spChg>
        <pc:spChg chg="del mod">
          <ac:chgData name="13исневский Андрей" userId="7c9d820790a6160b" providerId="LiveId" clId="{443DF153-BD04-42F0-A445-4192B442FA7B}" dt="2026-09-12T10:50:28.944" v="1982" actId="478"/>
          <ac:spMkLst>
            <pc:docMk/>
            <pc:sldMk cId="422730286" sldId="263"/>
            <ac:spMk id="23" creationId="{1DE57C38-BEC3-3F14-8F57-0C18D24CB57D}"/>
          </ac:spMkLst>
        </pc:spChg>
        <pc:spChg chg="del mod">
          <ac:chgData name="13исневский Андрей" userId="7c9d820790a6160b" providerId="LiveId" clId="{443DF153-BD04-42F0-A445-4192B442FA7B}" dt="2026-09-12T10:50:28.944" v="1982" actId="478"/>
          <ac:spMkLst>
            <pc:docMk/>
            <pc:sldMk cId="422730286" sldId="263"/>
            <ac:spMk id="24" creationId="{BEFF9AD6-DFB5-0EB7-BD0B-3A233CFFC700}"/>
          </ac:spMkLst>
        </pc:spChg>
        <pc:spChg chg="add del mod">
          <ac:chgData name="13исневский Андрей" userId="7c9d820790a6160b" providerId="LiveId" clId="{443DF153-BD04-42F0-A445-4192B442FA7B}" dt="2026-09-12T11:01:00.209" v="2209" actId="478"/>
          <ac:spMkLst>
            <pc:docMk/>
            <pc:sldMk cId="422730286" sldId="263"/>
            <ac:spMk id="30" creationId="{66DA976F-D73D-19A6-6470-DE8DBF4D1AD4}"/>
          </ac:spMkLst>
        </pc:spChg>
        <pc:spChg chg="add del mod">
          <ac:chgData name="13исневский Андрей" userId="7c9d820790a6160b" providerId="LiveId" clId="{443DF153-BD04-42F0-A445-4192B442FA7B}" dt="2026-09-12T11:00:58.485" v="2208" actId="478"/>
          <ac:spMkLst>
            <pc:docMk/>
            <pc:sldMk cId="422730286" sldId="263"/>
            <ac:spMk id="32" creationId="{D71EBB9A-A120-9DAD-89E2-BAD537A149E3}"/>
          </ac:spMkLst>
        </pc:spChg>
        <pc:spChg chg="add del mod">
          <ac:chgData name="13исневский Андрей" userId="7c9d820790a6160b" providerId="LiveId" clId="{443DF153-BD04-42F0-A445-4192B442FA7B}" dt="2026-09-12T11:00:57.894" v="2207" actId="478"/>
          <ac:spMkLst>
            <pc:docMk/>
            <pc:sldMk cId="422730286" sldId="263"/>
            <ac:spMk id="34" creationId="{9B7ED0BA-B03F-115F-10B6-5C90A609C2A5}"/>
          </ac:spMkLst>
        </pc:spChg>
        <pc:spChg chg="add del mod">
          <ac:chgData name="13исневский Андрей" userId="7c9d820790a6160b" providerId="LiveId" clId="{443DF153-BD04-42F0-A445-4192B442FA7B}" dt="2026-09-12T11:00:56.772" v="2206" actId="478"/>
          <ac:spMkLst>
            <pc:docMk/>
            <pc:sldMk cId="422730286" sldId="263"/>
            <ac:spMk id="36" creationId="{96891A95-A6B1-A727-75C9-56F5485F2F87}"/>
          </ac:spMkLst>
        </pc:spChg>
        <pc:spChg chg="add del mod">
          <ac:chgData name="13исневский Андрей" userId="7c9d820790a6160b" providerId="LiveId" clId="{443DF153-BD04-42F0-A445-4192B442FA7B}" dt="2026-09-12T11:00:55.025" v="2205" actId="478"/>
          <ac:spMkLst>
            <pc:docMk/>
            <pc:sldMk cId="422730286" sldId="263"/>
            <ac:spMk id="38" creationId="{CCD9BB93-C3D9-5C78-A93C-F4C3134B65C6}"/>
          </ac:spMkLst>
        </pc:spChg>
        <pc:graphicFrameChg chg="add mod modGraphic">
          <ac:chgData name="13исневский Андрей" userId="7c9d820790a6160b" providerId="LiveId" clId="{443DF153-BD04-42F0-A445-4192B442FA7B}" dt="2026-09-12T12:46:12.119" v="4522" actId="12385"/>
          <ac:graphicFrameMkLst>
            <pc:docMk/>
            <pc:sldMk cId="422730286" sldId="263"/>
            <ac:graphicFrameMk id="5" creationId="{3E3AE856-4C4C-DBCF-5E16-81BB2C9D964B}"/>
          </ac:graphicFrameMkLst>
        </pc:graphicFrameChg>
        <pc:cxnChg chg="del mod">
          <ac:chgData name="13исневский Андрей" userId="7c9d820790a6160b" providerId="LiveId" clId="{443DF153-BD04-42F0-A445-4192B442FA7B}" dt="2026-09-12T10:50:28.944" v="1982" actId="478"/>
          <ac:cxnSpMkLst>
            <pc:docMk/>
            <pc:sldMk cId="422730286" sldId="263"/>
            <ac:cxnSpMk id="11" creationId="{0667B979-F627-8BF5-F11F-F23C9A8EA959}"/>
          </ac:cxnSpMkLst>
        </pc:cxnChg>
      </pc:sldChg>
      <pc:sldChg chg="modSp add mod ord">
        <pc:chgData name="13исневский Андрей" userId="7c9d820790a6160b" providerId="LiveId" clId="{443DF153-BD04-42F0-A445-4192B442FA7B}" dt="2026-09-12T11:19:07.263" v="3463" actId="20577"/>
        <pc:sldMkLst>
          <pc:docMk/>
          <pc:sldMk cId="1637139919" sldId="264"/>
        </pc:sldMkLst>
        <pc:spChg chg="mod">
          <ac:chgData name="13исневский Андрей" userId="7c9d820790a6160b" providerId="LiveId" clId="{443DF153-BD04-42F0-A445-4192B442FA7B}" dt="2026-09-12T11:13:55.565" v="3037" actId="1076"/>
          <ac:spMkLst>
            <pc:docMk/>
            <pc:sldMk cId="1637139919" sldId="264"/>
            <ac:spMk id="2" creationId="{FF929439-835C-76E1-A766-809164CC472B}"/>
          </ac:spMkLst>
        </pc:spChg>
        <pc:spChg chg="mod">
          <ac:chgData name="13исневский Андрей" userId="7c9d820790a6160b" providerId="LiveId" clId="{443DF153-BD04-42F0-A445-4192B442FA7B}" dt="2026-09-12T11:16:27.099" v="3299" actId="313"/>
          <ac:spMkLst>
            <pc:docMk/>
            <pc:sldMk cId="1637139919" sldId="264"/>
            <ac:spMk id="3" creationId="{AC23B64F-A869-2AB2-901F-BDD6C67E9094}"/>
          </ac:spMkLst>
        </pc:spChg>
        <pc:spChg chg="mod">
          <ac:chgData name="13исневский Андрей" userId="7c9d820790a6160b" providerId="LiveId" clId="{443DF153-BD04-42F0-A445-4192B442FA7B}" dt="2026-09-12T11:13:03.268" v="3030" actId="1076"/>
          <ac:spMkLst>
            <pc:docMk/>
            <pc:sldMk cId="1637139919" sldId="264"/>
            <ac:spMk id="16" creationId="{87ACE399-40BB-4A3B-A0D9-9D005538DC75}"/>
          </ac:spMkLst>
        </pc:spChg>
        <pc:spChg chg="mod">
          <ac:chgData name="13исневский Андрей" userId="7c9d820790a6160b" providerId="LiveId" clId="{443DF153-BD04-42F0-A445-4192B442FA7B}" dt="2026-09-12T11:15:23.179" v="3182" actId="1076"/>
          <ac:spMkLst>
            <pc:docMk/>
            <pc:sldMk cId="1637139919" sldId="264"/>
            <ac:spMk id="18" creationId="{58A2D94A-E988-02B5-2E7E-73C65A19A6CD}"/>
          </ac:spMkLst>
        </pc:spChg>
        <pc:spChg chg="mod">
          <ac:chgData name="13исневский Андрей" userId="7c9d820790a6160b" providerId="LiveId" clId="{443DF153-BD04-42F0-A445-4192B442FA7B}" dt="2026-09-12T11:16:34.875" v="3300" actId="1076"/>
          <ac:spMkLst>
            <pc:docMk/>
            <pc:sldMk cId="1637139919" sldId="264"/>
            <ac:spMk id="20" creationId="{27ACD606-EEC0-9909-E8F8-398D1C3B78E6}"/>
          </ac:spMkLst>
        </pc:spChg>
        <pc:spChg chg="mod">
          <ac:chgData name="13исневский Андрей" userId="7c9d820790a6160b" providerId="LiveId" clId="{443DF153-BD04-42F0-A445-4192B442FA7B}" dt="2026-09-12T11:19:07.263" v="3463" actId="20577"/>
          <ac:spMkLst>
            <pc:docMk/>
            <pc:sldMk cId="1637139919" sldId="264"/>
            <ac:spMk id="21" creationId="{AB6AA251-B9C7-6DF6-93B6-EDDB57AD75D8}"/>
          </ac:spMkLst>
        </pc:spChg>
        <pc:spChg chg="mod">
          <ac:chgData name="13исневский Андрей" userId="7c9d820790a6160b" providerId="LiveId" clId="{443DF153-BD04-42F0-A445-4192B442FA7B}" dt="2026-09-12T11:16:43.220" v="3302" actId="1076"/>
          <ac:spMkLst>
            <pc:docMk/>
            <pc:sldMk cId="1637139919" sldId="264"/>
            <ac:spMk id="22" creationId="{6EAFE926-82D4-1945-9892-0826F8B06AF6}"/>
          </ac:spMkLst>
        </pc:spChg>
        <pc:cxnChg chg="mod">
          <ac:chgData name="13исневский Андрей" userId="7c9d820790a6160b" providerId="LiveId" clId="{443DF153-BD04-42F0-A445-4192B442FA7B}" dt="2026-09-12T11:13:35.366" v="3032" actId="14100"/>
          <ac:cxnSpMkLst>
            <pc:docMk/>
            <pc:sldMk cId="1637139919" sldId="264"/>
            <ac:cxnSpMk id="4" creationId="{A84A3237-C1A1-AC83-66FE-ABA000D987CE}"/>
          </ac:cxnSpMkLst>
        </pc:cxnChg>
        <pc:cxnChg chg="mod">
          <ac:chgData name="13исневский Андрей" userId="7c9d820790a6160b" providerId="LiveId" clId="{443DF153-BD04-42F0-A445-4192B442FA7B}" dt="2026-09-12T11:13:35.366" v="3032" actId="14100"/>
          <ac:cxnSpMkLst>
            <pc:docMk/>
            <pc:sldMk cId="1637139919" sldId="264"/>
            <ac:cxnSpMk id="6" creationId="{1873E363-E9F8-4734-D213-AABDD920F9B8}"/>
          </ac:cxnSpMkLst>
        </pc:cxnChg>
        <pc:cxnChg chg="mod">
          <ac:chgData name="13исневский Андрей" userId="7c9d820790a6160b" providerId="LiveId" clId="{443DF153-BD04-42F0-A445-4192B442FA7B}" dt="2026-09-12T11:13:35.366" v="3032" actId="14100"/>
          <ac:cxnSpMkLst>
            <pc:docMk/>
            <pc:sldMk cId="1637139919" sldId="264"/>
            <ac:cxnSpMk id="11" creationId="{C1831933-31D8-D5B0-83EF-3EF59556E896}"/>
          </ac:cxnSpMkLst>
        </pc:cxnChg>
        <pc:cxnChg chg="mod">
          <ac:chgData name="13исневский Андрей" userId="7c9d820790a6160b" providerId="LiveId" clId="{443DF153-BD04-42F0-A445-4192B442FA7B}" dt="2026-09-12T11:15:19.160" v="3181" actId="1076"/>
          <ac:cxnSpMkLst>
            <pc:docMk/>
            <pc:sldMk cId="1637139919" sldId="264"/>
            <ac:cxnSpMk id="14" creationId="{C00C032F-16CC-A788-EEA6-7288C32537AC}"/>
          </ac:cxnSpMkLst>
        </pc:cxnChg>
        <pc:cxnChg chg="mod">
          <ac:chgData name="13исневский Андрей" userId="7c9d820790a6160b" providerId="LiveId" clId="{443DF153-BD04-42F0-A445-4192B442FA7B}" dt="2026-09-12T11:13:35.366" v="3032" actId="14100"/>
          <ac:cxnSpMkLst>
            <pc:docMk/>
            <pc:sldMk cId="1637139919" sldId="264"/>
            <ac:cxnSpMk id="15" creationId="{550A5C94-5418-E6E3-C591-9C17ACFA78C5}"/>
          </ac:cxnSpMkLst>
        </pc:cxnChg>
        <pc:cxnChg chg="mod">
          <ac:chgData name="13исневский Андрей" userId="7c9d820790a6160b" providerId="LiveId" clId="{443DF153-BD04-42F0-A445-4192B442FA7B}" dt="2026-09-12T11:13:35.366" v="3032" actId="14100"/>
          <ac:cxnSpMkLst>
            <pc:docMk/>
            <pc:sldMk cId="1637139919" sldId="264"/>
            <ac:cxnSpMk id="25" creationId="{BA31CA68-7400-0319-1AFD-DA514E1B1AD0}"/>
          </ac:cxnSpMkLst>
        </pc:cxnChg>
        <pc:cxnChg chg="mod">
          <ac:chgData name="13исневский Андрей" userId="7c9d820790a6160b" providerId="LiveId" clId="{443DF153-BD04-42F0-A445-4192B442FA7B}" dt="2026-09-12T11:17:24.946" v="3347" actId="1076"/>
          <ac:cxnSpMkLst>
            <pc:docMk/>
            <pc:sldMk cId="1637139919" sldId="264"/>
            <ac:cxnSpMk id="26" creationId="{96AAE8B1-8949-8E03-28C0-6CE763EBAED1}"/>
          </ac:cxnSpMkLst>
        </pc:cxnChg>
        <pc:cxnChg chg="mod">
          <ac:chgData name="13исневский Андрей" userId="7c9d820790a6160b" providerId="LiveId" clId="{443DF153-BD04-42F0-A445-4192B442FA7B}" dt="2026-09-12T11:13:35.366" v="3032" actId="14100"/>
          <ac:cxnSpMkLst>
            <pc:docMk/>
            <pc:sldMk cId="1637139919" sldId="264"/>
            <ac:cxnSpMk id="27" creationId="{279B115E-4E09-42CF-3A90-DB1A176A047E}"/>
          </ac:cxnSpMkLst>
        </pc:cxnChg>
        <pc:cxnChg chg="mod">
          <ac:chgData name="13исневский Андрей" userId="7c9d820790a6160b" providerId="LiveId" clId="{443DF153-BD04-42F0-A445-4192B442FA7B}" dt="2026-09-12T11:13:35.366" v="3032" actId="14100"/>
          <ac:cxnSpMkLst>
            <pc:docMk/>
            <pc:sldMk cId="1637139919" sldId="264"/>
            <ac:cxnSpMk id="28" creationId="{437E6945-EC25-9EAA-16D3-DAB50080B502}"/>
          </ac:cxnSpMkLst>
        </pc:cxnChg>
      </pc:sldChg>
      <pc:sldChg chg="addSp delSp modSp new mod">
        <pc:chgData name="13исневский Андрей" userId="7c9d820790a6160b" providerId="LiveId" clId="{443DF153-BD04-42F0-A445-4192B442FA7B}" dt="2026-09-12T13:20:51.600" v="5194" actId="404"/>
        <pc:sldMkLst>
          <pc:docMk/>
          <pc:sldMk cId="418967729" sldId="265"/>
        </pc:sldMkLst>
        <pc:spChg chg="add mod">
          <ac:chgData name="13исневский Андрей" userId="7c9d820790a6160b" providerId="LiveId" clId="{443DF153-BD04-42F0-A445-4192B442FA7B}" dt="2026-09-12T13:19:19.501" v="5049" actId="207"/>
          <ac:spMkLst>
            <pc:docMk/>
            <pc:sldMk cId="418967729" sldId="265"/>
            <ac:spMk id="4" creationId="{4FF0D1D8-D9EB-5A7B-0935-094804616F00}"/>
          </ac:spMkLst>
        </pc:spChg>
        <pc:spChg chg="add mod">
          <ac:chgData name="13исневский Андрей" userId="7c9d820790a6160b" providerId="LiveId" clId="{443DF153-BD04-42F0-A445-4192B442FA7B}" dt="2026-09-12T13:18:01.773" v="5004" actId="21"/>
          <ac:spMkLst>
            <pc:docMk/>
            <pc:sldMk cId="418967729" sldId="265"/>
            <ac:spMk id="5" creationId="{0109DE6C-C2A8-9E09-A99E-921FFE6B4D61}"/>
          </ac:spMkLst>
        </pc:spChg>
        <pc:spChg chg="add mod">
          <ac:chgData name="13исневский Андрей" userId="7c9d820790a6160b" providerId="LiveId" clId="{443DF153-BD04-42F0-A445-4192B442FA7B}" dt="2026-09-12T13:19:24.103" v="5050" actId="1076"/>
          <ac:spMkLst>
            <pc:docMk/>
            <pc:sldMk cId="418967729" sldId="265"/>
            <ac:spMk id="6" creationId="{DE0568AE-57D4-7963-4F4C-A3455BB012C1}"/>
          </ac:spMkLst>
        </pc:spChg>
        <pc:spChg chg="add mod">
          <ac:chgData name="13исневский Андрей" userId="7c9d820790a6160b" providerId="LiveId" clId="{443DF153-BD04-42F0-A445-4192B442FA7B}" dt="2026-09-12T13:20:51.600" v="5194" actId="404"/>
          <ac:spMkLst>
            <pc:docMk/>
            <pc:sldMk cId="418967729" sldId="265"/>
            <ac:spMk id="7" creationId="{92F542D2-8728-FDF5-958F-7255FECFBAD1}"/>
          </ac:spMkLst>
        </pc:spChg>
        <pc:spChg chg="add mod">
          <ac:chgData name="13исневский Андрей" userId="7c9d820790a6160b" providerId="LiveId" clId="{443DF153-BD04-42F0-A445-4192B442FA7B}" dt="2026-09-12T13:19:36.731" v="5060" actId="1076"/>
          <ac:spMkLst>
            <pc:docMk/>
            <pc:sldMk cId="418967729" sldId="265"/>
            <ac:spMk id="9" creationId="{A863EB2F-591C-9FDE-C1A1-6C6A4692EC32}"/>
          </ac:spMkLst>
        </pc:spChg>
        <pc:spChg chg="add mod">
          <ac:chgData name="13исневский Андрей" userId="7c9d820790a6160b" providerId="LiveId" clId="{443DF153-BD04-42F0-A445-4192B442FA7B}" dt="2026-09-12T13:20:33.205" v="5170" actId="1076"/>
          <ac:spMkLst>
            <pc:docMk/>
            <pc:sldMk cId="418967729" sldId="265"/>
            <ac:spMk id="11" creationId="{DAFF60CB-CC2B-9CE8-ABA9-3CDCCD697695}"/>
          </ac:spMkLst>
        </pc:spChg>
        <pc:picChg chg="add del">
          <ac:chgData name="13исневский Андрей" userId="7c9d820790a6160b" providerId="LiveId" clId="{443DF153-BD04-42F0-A445-4192B442FA7B}" dt="2026-09-12T13:17:29.391" v="4942" actId="478"/>
          <ac:picMkLst>
            <pc:docMk/>
            <pc:sldMk cId="418967729" sldId="265"/>
            <ac:picMk id="3" creationId="{8199E12F-AC5D-B394-BF5F-D84AD8652F73}"/>
          </ac:picMkLst>
        </pc:picChg>
      </pc:sldChg>
      <pc:sldChg chg="new del">
        <pc:chgData name="13исневский Андрей" userId="7c9d820790a6160b" providerId="LiveId" clId="{443DF153-BD04-42F0-A445-4192B442FA7B}" dt="2026-09-12T12:28:50.996" v="4458" actId="680"/>
        <pc:sldMkLst>
          <pc:docMk/>
          <pc:sldMk cId="1216834327" sldId="265"/>
        </pc:sldMkLst>
      </pc:sldChg>
      <pc:sldMasterChg chg="setBg modSldLayout">
        <pc:chgData name="13исневский Андрей" userId="7c9d820790a6160b" providerId="LiveId" clId="{443DF153-BD04-42F0-A445-4192B442FA7B}" dt="2026-09-12T09:55:59.974" v="835"/>
        <pc:sldMasterMkLst>
          <pc:docMk/>
          <pc:sldMasterMk cId="2567092138" sldId="2147483648"/>
        </pc:sldMasterMkLst>
        <pc:sldLayoutChg chg="setBg">
          <pc:chgData name="13исневский Андрей" userId="7c9d820790a6160b" providerId="LiveId" clId="{443DF153-BD04-42F0-A445-4192B442FA7B}" dt="2026-09-12T09:55:59.974" v="835"/>
          <pc:sldLayoutMkLst>
            <pc:docMk/>
            <pc:sldMasterMk cId="2567092138" sldId="2147483648"/>
            <pc:sldLayoutMk cId="1547038310" sldId="2147483649"/>
          </pc:sldLayoutMkLst>
        </pc:sldLayoutChg>
        <pc:sldLayoutChg chg="setBg">
          <pc:chgData name="13исневский Андрей" userId="7c9d820790a6160b" providerId="LiveId" clId="{443DF153-BD04-42F0-A445-4192B442FA7B}" dt="2026-09-12T09:55:59.974" v="835"/>
          <pc:sldLayoutMkLst>
            <pc:docMk/>
            <pc:sldMasterMk cId="2567092138" sldId="2147483648"/>
            <pc:sldLayoutMk cId="4212826217" sldId="2147483650"/>
          </pc:sldLayoutMkLst>
        </pc:sldLayoutChg>
        <pc:sldLayoutChg chg="setBg">
          <pc:chgData name="13исневский Андрей" userId="7c9d820790a6160b" providerId="LiveId" clId="{443DF153-BD04-42F0-A445-4192B442FA7B}" dt="2026-09-12T09:55:59.974" v="835"/>
          <pc:sldLayoutMkLst>
            <pc:docMk/>
            <pc:sldMasterMk cId="2567092138" sldId="2147483648"/>
            <pc:sldLayoutMk cId="2480864791" sldId="2147483651"/>
          </pc:sldLayoutMkLst>
        </pc:sldLayoutChg>
        <pc:sldLayoutChg chg="setBg">
          <pc:chgData name="13исневский Андрей" userId="7c9d820790a6160b" providerId="LiveId" clId="{443DF153-BD04-42F0-A445-4192B442FA7B}" dt="2026-09-12T09:55:59.974" v="835"/>
          <pc:sldLayoutMkLst>
            <pc:docMk/>
            <pc:sldMasterMk cId="2567092138" sldId="2147483648"/>
            <pc:sldLayoutMk cId="1202838020" sldId="2147483652"/>
          </pc:sldLayoutMkLst>
        </pc:sldLayoutChg>
        <pc:sldLayoutChg chg="setBg">
          <pc:chgData name="13исневский Андрей" userId="7c9d820790a6160b" providerId="LiveId" clId="{443DF153-BD04-42F0-A445-4192B442FA7B}" dt="2026-09-12T09:55:59.974" v="835"/>
          <pc:sldLayoutMkLst>
            <pc:docMk/>
            <pc:sldMasterMk cId="2567092138" sldId="2147483648"/>
            <pc:sldLayoutMk cId="124463432" sldId="2147483653"/>
          </pc:sldLayoutMkLst>
        </pc:sldLayoutChg>
        <pc:sldLayoutChg chg="setBg">
          <pc:chgData name="13исневский Андрей" userId="7c9d820790a6160b" providerId="LiveId" clId="{443DF153-BD04-42F0-A445-4192B442FA7B}" dt="2026-09-12T09:55:59.974" v="835"/>
          <pc:sldLayoutMkLst>
            <pc:docMk/>
            <pc:sldMasterMk cId="2567092138" sldId="2147483648"/>
            <pc:sldLayoutMk cId="1419839915" sldId="2147483654"/>
          </pc:sldLayoutMkLst>
        </pc:sldLayoutChg>
        <pc:sldLayoutChg chg="setBg">
          <pc:chgData name="13исневский Андрей" userId="7c9d820790a6160b" providerId="LiveId" clId="{443DF153-BD04-42F0-A445-4192B442FA7B}" dt="2026-09-12T09:55:59.974" v="835"/>
          <pc:sldLayoutMkLst>
            <pc:docMk/>
            <pc:sldMasterMk cId="2567092138" sldId="2147483648"/>
            <pc:sldLayoutMk cId="1311492906" sldId="2147483655"/>
          </pc:sldLayoutMkLst>
        </pc:sldLayoutChg>
        <pc:sldLayoutChg chg="setBg">
          <pc:chgData name="13исневский Андрей" userId="7c9d820790a6160b" providerId="LiveId" clId="{443DF153-BD04-42F0-A445-4192B442FA7B}" dt="2026-09-12T09:55:59.974" v="835"/>
          <pc:sldLayoutMkLst>
            <pc:docMk/>
            <pc:sldMasterMk cId="2567092138" sldId="2147483648"/>
            <pc:sldLayoutMk cId="354900831" sldId="2147483656"/>
          </pc:sldLayoutMkLst>
        </pc:sldLayoutChg>
        <pc:sldLayoutChg chg="setBg">
          <pc:chgData name="13исневский Андрей" userId="7c9d820790a6160b" providerId="LiveId" clId="{443DF153-BD04-42F0-A445-4192B442FA7B}" dt="2026-09-12T09:55:59.974" v="835"/>
          <pc:sldLayoutMkLst>
            <pc:docMk/>
            <pc:sldMasterMk cId="2567092138" sldId="2147483648"/>
            <pc:sldLayoutMk cId="2587879642" sldId="2147483657"/>
          </pc:sldLayoutMkLst>
        </pc:sldLayoutChg>
        <pc:sldLayoutChg chg="setBg">
          <pc:chgData name="13исневский Андрей" userId="7c9d820790a6160b" providerId="LiveId" clId="{443DF153-BD04-42F0-A445-4192B442FA7B}" dt="2026-09-12T09:55:59.974" v="835"/>
          <pc:sldLayoutMkLst>
            <pc:docMk/>
            <pc:sldMasterMk cId="2567092138" sldId="2147483648"/>
            <pc:sldLayoutMk cId="698295280" sldId="2147483658"/>
          </pc:sldLayoutMkLst>
        </pc:sldLayoutChg>
        <pc:sldLayoutChg chg="setBg">
          <pc:chgData name="13исневский Андрей" userId="7c9d820790a6160b" providerId="LiveId" clId="{443DF153-BD04-42F0-A445-4192B442FA7B}" dt="2026-09-12T09:55:59.974" v="835"/>
          <pc:sldLayoutMkLst>
            <pc:docMk/>
            <pc:sldMasterMk cId="2567092138" sldId="2147483648"/>
            <pc:sldLayoutMk cId="1146951316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2A508-B1B8-41C3-87DF-540EC7C41F2B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D6F58-9D38-41FA-B55D-6C06061581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63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D6F58-9D38-41FA-B55D-6C060615812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3446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Проектирование манипулятора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Создание хард кода для задачи углов суставов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Симуляция в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виратульной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среде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манипуялтора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распознования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позы рук через камеру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Установка АСТ модели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 VLA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</a:p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Написание документации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>
                <a:effectLst/>
              </a:rPr>
              <a:t>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D6F58-9D38-41FA-B55D-6C060615812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61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D6F58-9D38-41FA-B55D-6C060615812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715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6B7084-49FE-77CE-237D-9B34C4510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D3250D-7F43-B8C4-C2D2-E26A060B6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ADA3DD-5E9C-5121-D4CA-B35D0F691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3F94-DFFD-4B33-927E-FBB9AD805CD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DFF821-656D-6FD7-3061-58C44185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DCA962-489D-652F-D3B7-129A19A4A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F239-D6B7-4A69-AAFF-866623095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038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8BE04-786B-B864-6C8F-AFFB571D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55B3E6-81D8-7CA6-1841-47A86FDE9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2F94E5-3960-569C-8523-20783393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3F94-DFFD-4B33-927E-FBB9AD805CD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3E8146-1806-078A-31F5-85463B94D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B5EC0F-37B5-4E5C-36D9-7DAE99CC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F239-D6B7-4A69-AAFF-866623095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826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5D1DC-9521-EDD9-89D1-0307C0187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5689FA-BDA9-EBFD-CE0C-A8756E753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CA907B-9F1F-4319-6715-0C946F61C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3F94-DFFD-4B33-927E-FBB9AD805CD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0601C7-3D48-5E1A-0301-32623A5CA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A47366-3367-B837-63FC-8CC434AC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F239-D6B7-4A69-AAFF-866623095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86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733E3C-953C-93D7-FC33-8E2F18F6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A70329-0C8C-71FE-C73A-ABB6BE2623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9B6826-D844-8111-57D7-83D88A668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DAD15B-5D05-8F5C-CB02-27F708FF4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3F94-DFFD-4B33-927E-FBB9AD805CD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078A9A-59B2-BA26-6DC0-CE9E41B3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3B7504-6AD2-0B93-23A1-A41B1A1F6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F239-D6B7-4A69-AAFF-866623095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838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89E4C-E7D0-A86A-A92D-F31579DB0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50FD92-6876-AF21-00AB-70A148BD0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D47580-EADA-2236-DA21-E4FB5E063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461401-ADD6-2E44-CF92-1023361B8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34C4881-FBCE-107F-3C3A-32DD08006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F116D7B-E668-B4C6-F262-E3BABC36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3F94-DFFD-4B33-927E-FBB9AD805CD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00B7740-B715-42B8-5145-0B7DAB53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44C0D14-F836-9A0D-AACC-8753D1986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F239-D6B7-4A69-AAFF-866623095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6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416AFF-3CBB-32C4-7FCA-FCCC1813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4230F1D-A483-BBBA-D5F3-F4ECB0189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3F94-DFFD-4B33-927E-FBB9AD805CD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E18503-A4A4-0AC3-2C31-853BE9F98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695A9A5-9DCB-528D-55C0-D45891589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F239-D6B7-4A69-AAFF-866623095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839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5497E84-5732-D487-5AE0-D3B52D4F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3F94-DFFD-4B33-927E-FBB9AD805CD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E9D49C0-880B-0623-48FD-DCE23BAC9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DE1A87-D4B8-5B36-D491-D5D49B9F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F239-D6B7-4A69-AAFF-866623095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492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F6FBF-456F-5D05-BFB8-0DEF1DAF2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B4ED31-9080-0293-6A85-E5A0365CE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4ECCE1-D9FE-9B29-3F25-FC5EA7062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6D2F1D-3826-D72A-FDF6-F6F96C3B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3F94-DFFD-4B33-927E-FBB9AD805CD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1314BE-8D5A-5118-CAEF-D3D9C0507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AD4DD7-F136-37E5-0368-66268CEDF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F239-D6B7-4A69-AAFF-866623095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00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157D54-03CD-6822-2B1D-1FC81C55F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8B55097-AC8C-A511-6C3D-C935072714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B070687-C833-2BE5-45F4-E3B6FEB13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34010C-91E4-41EC-5B20-422B28679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3F94-DFFD-4B33-927E-FBB9AD805CD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ABB309-44EF-9C43-4902-0E3EE77F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07EE14-925C-B1EE-A3F2-4462BF20C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F239-D6B7-4A69-AAFF-866623095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879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BF874B-38E1-B7F8-33CB-4B36ACFB8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DCFCF5-9BA0-0D8E-B54A-B285669BC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44625-B759-9A38-07D6-B99D00ECF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3F94-DFFD-4B33-927E-FBB9AD805CD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966816-7F13-8261-A5C1-F3823CCF8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58C5AD-2CC5-F25B-8D9F-10D619F37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F239-D6B7-4A69-AAFF-866623095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29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F3C73AC-E546-F1B6-EB13-88EEA131A9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A92CDF-1A59-076B-85CD-9037DC9AF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9A7CFB-23C9-4E9D-1504-D5CABDE1D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3F94-DFFD-4B33-927E-FBB9AD805CD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5DEC20-526D-5A8B-F9A8-A5D4ECD7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4BBFA6-B76F-35C2-298A-8C7D6562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F239-D6B7-4A69-AAFF-866623095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951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4D4A3D">
                <a:lumMod val="63000"/>
              </a:srgbClr>
            </a:gs>
            <a:gs pos="100000">
              <a:srgbClr val="4D4A3D">
                <a:lumMod val="21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1A2F88-CB12-7947-29B7-725A618EA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300362-DAFB-28CB-9AA3-0438A6533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85EE86-573D-022B-4E6E-398F3F109A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D3F94-DFFD-4B33-927E-FBB9AD805CD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CBF0F6-C893-C286-3154-F9916B973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ECC26-2A9A-3688-52CF-DF452095C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4F239-D6B7-4A69-AAFF-866623095A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092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6D45B-523D-B4E1-16D2-610109E02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78" y="1193171"/>
            <a:ext cx="9144000" cy="3463589"/>
          </a:xfrm>
        </p:spPr>
        <p:txBody>
          <a:bodyPr>
            <a:normAutofit/>
          </a:bodyPr>
          <a:lstStyle/>
          <a:p>
            <a:pPr algn="l"/>
            <a:r>
              <a:rPr lang="ru-RU" sz="11500" b="1" dirty="0">
                <a:solidFill>
                  <a:srgbClr val="E8E6DB"/>
                </a:solidFill>
                <a:latin typeface="Oswald SemiBold" pitchFamily="2" charset="-52"/>
                <a:ea typeface="Inter 28pt Thin" panose="02000503000000020004" pitchFamily="2" charset="0"/>
              </a:rPr>
              <a:t>РОБОТ МИМИК</a:t>
            </a:r>
            <a:r>
              <a:rPr lang="pl-PL" sz="11500" b="1" dirty="0">
                <a:solidFill>
                  <a:srgbClr val="E8E6DB"/>
                </a:solidFill>
                <a:latin typeface="Oswald SemiBold" pitchFamily="2" charset="-52"/>
                <a:ea typeface="Inter 28pt Thin" panose="02000503000000020004" pitchFamily="2" charset="0"/>
              </a:rPr>
              <a:t>.</a:t>
            </a:r>
            <a:endParaRPr lang="ru-RU" sz="11500" b="1" dirty="0">
              <a:solidFill>
                <a:srgbClr val="E8E6DB"/>
              </a:solidFill>
              <a:latin typeface="Oswald SemiBold" pitchFamily="2" charset="-52"/>
              <a:ea typeface="Inter 28pt Thin" panose="02000503000000020004" pitchFamily="2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194E2B9-D639-79AE-181D-C48C57871195}"/>
              </a:ext>
            </a:extLst>
          </p:cNvPr>
          <p:cNvSpPr txBox="1">
            <a:spLocks/>
          </p:cNvSpPr>
          <p:nvPr/>
        </p:nvSpPr>
        <p:spPr>
          <a:xfrm>
            <a:off x="472440" y="2993720"/>
            <a:ext cx="9536723" cy="8705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400" b="1" dirty="0">
              <a:solidFill>
                <a:srgbClr val="E8E6DB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2EFC8-11CE-D994-4AF3-466A7EB01D7B}"/>
              </a:ext>
            </a:extLst>
          </p:cNvPr>
          <p:cNvSpPr txBox="1"/>
          <p:nvPr/>
        </p:nvSpPr>
        <p:spPr>
          <a:xfrm>
            <a:off x="729814" y="4970673"/>
            <a:ext cx="84224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706B58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Платформа адаптивного </a:t>
            </a:r>
            <a:r>
              <a:rPr lang="ru-RU" sz="2400" dirty="0" err="1">
                <a:solidFill>
                  <a:srgbClr val="706B58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бимануального</a:t>
            </a:r>
            <a:r>
              <a:rPr lang="ru-RU" sz="2400" dirty="0">
                <a:solidFill>
                  <a:srgbClr val="706B58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 манипулирования    </a:t>
            </a:r>
          </a:p>
          <a:p>
            <a:r>
              <a:rPr lang="ru-RU" sz="2400" dirty="0">
                <a:solidFill>
                  <a:srgbClr val="706B58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с функцией дублирования и воспроизведения движений.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3DFCF92-EA14-F891-8551-BD0E43239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28593" y="826292"/>
            <a:ext cx="5867400" cy="4589145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F3386ACD-9863-963B-393D-CF4892B11A60}"/>
              </a:ext>
            </a:extLst>
          </p:cNvPr>
          <p:cNvCxnSpPr>
            <a:cxnSpLocks/>
          </p:cNvCxnSpPr>
          <p:nvPr/>
        </p:nvCxnSpPr>
        <p:spPr>
          <a:xfrm>
            <a:off x="799071" y="4659142"/>
            <a:ext cx="5667632" cy="0"/>
          </a:xfrm>
          <a:prstGeom prst="line">
            <a:avLst/>
          </a:prstGeom>
          <a:ln>
            <a:solidFill>
              <a:srgbClr val="706B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80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22CBF4-3A2C-F391-69C4-D4F332BFF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174" y="765447"/>
            <a:ext cx="10095652" cy="1325563"/>
          </a:xfrm>
        </p:spPr>
        <p:txBody>
          <a:bodyPr>
            <a:noAutofit/>
          </a:bodyPr>
          <a:lstStyle/>
          <a:p>
            <a:r>
              <a:rPr lang="ru-RU" sz="8000" dirty="0">
                <a:solidFill>
                  <a:srgbClr val="637056"/>
                </a:solidFill>
                <a:latin typeface="Oswald SemiBold" pitchFamily="2" charset="-52"/>
              </a:rPr>
              <a:t>ЗАДАЧИ,</a:t>
            </a:r>
            <a:br>
              <a:rPr lang="ru-RU" sz="8000" dirty="0">
                <a:solidFill>
                  <a:srgbClr val="E8E6DB"/>
                </a:solidFill>
                <a:latin typeface="Oswald SemiBold" pitchFamily="2" charset="-52"/>
              </a:rPr>
            </a:br>
            <a:r>
              <a:rPr lang="ru-RU" sz="8000" dirty="0">
                <a:solidFill>
                  <a:srgbClr val="E8E6DB"/>
                </a:solidFill>
                <a:latin typeface="Oswald SemiBold" pitchFamily="2" charset="-52"/>
              </a:rPr>
              <a:t>ПОТРЕБНОСТЬ.</a:t>
            </a:r>
            <a:endParaRPr lang="ru-RU" sz="3200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AA89AA-0BE2-3197-98AA-E45289CFF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26" y="2831465"/>
            <a:ext cx="5730532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solidFill>
                  <a:srgbClr val="E8E6DB"/>
                </a:solidFill>
                <a:latin typeface="Oswald SemiBold" pitchFamily="2" charset="-52"/>
                <a:ea typeface="Inter 28pt Thin" panose="02000503000000020004" pitchFamily="2" charset="0"/>
              </a:rPr>
              <a:t>ЧТО РЕШАЕТ</a:t>
            </a:r>
          </a:p>
          <a:p>
            <a:pPr marL="0" indent="0">
              <a:buNone/>
            </a:pPr>
            <a:endParaRPr lang="ru-RU" sz="2000" dirty="0">
              <a:solidFill>
                <a:srgbClr val="E8E6DB"/>
              </a:solidFill>
              <a:latin typeface="Oswald SemiBold" pitchFamily="2" charset="-52"/>
              <a:ea typeface="Inter 28pt Thin" panose="02000503000000020004" pitchFamily="2" charset="0"/>
            </a:endParaRPr>
          </a:p>
          <a:p>
            <a:pPr marL="457200" lvl="1" indent="0">
              <a:buNone/>
            </a:pP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На уровне подражания действия решается    невозможность прямого взаимодействия человека непосредственным контактом с объектами (высокое напряжение,  удалённый доступ или хим. и рад. опасности)</a:t>
            </a:r>
            <a:r>
              <a:rPr lang="pl-PL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.</a:t>
            </a: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 </a:t>
            </a:r>
          </a:p>
          <a:p>
            <a:pPr marL="457200" lvl="1" indent="0">
              <a:buNone/>
            </a:pP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 </a:t>
            </a:r>
          </a:p>
          <a:p>
            <a:pPr marL="457200" lvl="1" indent="0">
              <a:buNone/>
            </a:pP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Выполнение повторяющихся монотонных действий теперь можно передать в </a:t>
            </a:r>
            <a:r>
              <a:rPr lang="pl-PL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ACT </a:t>
            </a: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модель</a:t>
            </a:r>
            <a:r>
              <a:rPr lang="pl-PL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 </a:t>
            </a: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(Action </a:t>
            </a:r>
            <a:r>
              <a:rPr lang="ru-RU" sz="1600" dirty="0" err="1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Chunking</a:t>
            </a: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 </a:t>
            </a:r>
            <a:r>
              <a:rPr lang="ru-RU" sz="1600" dirty="0" err="1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with</a:t>
            </a: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 </a:t>
            </a:r>
            <a:r>
              <a:rPr lang="ru-RU" sz="1600" dirty="0" err="1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Transformers</a:t>
            </a: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).</a:t>
            </a:r>
          </a:p>
          <a:p>
            <a:pPr marL="457200" lvl="1" indent="0">
              <a:buNone/>
            </a:pPr>
            <a:endParaRPr lang="ru-RU" sz="1600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pPr marL="457200" lvl="1" indent="0">
              <a:buNone/>
            </a:pP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Дороговизна манипуляторов решается стандартизацией и универсальностью.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8BB07E6-6A00-30E8-BA7C-6AD7450F2E4F}"/>
              </a:ext>
            </a:extLst>
          </p:cNvPr>
          <p:cNvCxnSpPr>
            <a:cxnSpLocks/>
          </p:cNvCxnSpPr>
          <p:nvPr/>
        </p:nvCxnSpPr>
        <p:spPr>
          <a:xfrm>
            <a:off x="0" y="2515032"/>
            <a:ext cx="12423228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5724382-F608-76F9-C7F1-9ADB492D681A}"/>
              </a:ext>
            </a:extLst>
          </p:cNvPr>
          <p:cNvCxnSpPr>
            <a:cxnSpLocks/>
          </p:cNvCxnSpPr>
          <p:nvPr/>
        </p:nvCxnSpPr>
        <p:spPr>
          <a:xfrm flipV="1">
            <a:off x="5977758" y="2515032"/>
            <a:ext cx="0" cy="4342968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586501F-5B28-BBE3-197C-670695F9AC43}"/>
              </a:ext>
            </a:extLst>
          </p:cNvPr>
          <p:cNvCxnSpPr>
            <a:cxnSpLocks/>
          </p:cNvCxnSpPr>
          <p:nvPr/>
        </p:nvCxnSpPr>
        <p:spPr>
          <a:xfrm>
            <a:off x="-170688" y="4888118"/>
            <a:ext cx="6148446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8CCE65BE-068E-64F5-33B0-E16A6107FC22}"/>
              </a:ext>
            </a:extLst>
          </p:cNvPr>
          <p:cNvCxnSpPr>
            <a:cxnSpLocks/>
          </p:cNvCxnSpPr>
          <p:nvPr/>
        </p:nvCxnSpPr>
        <p:spPr>
          <a:xfrm>
            <a:off x="-170688" y="5912246"/>
            <a:ext cx="6148446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3C8C1B4-BCC9-EED1-5BA7-564B73A914E0}"/>
              </a:ext>
            </a:extLst>
          </p:cNvPr>
          <p:cNvCxnSpPr>
            <a:cxnSpLocks/>
          </p:cNvCxnSpPr>
          <p:nvPr/>
        </p:nvCxnSpPr>
        <p:spPr>
          <a:xfrm>
            <a:off x="-170688" y="3351926"/>
            <a:ext cx="6148446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1D49F87-2195-9677-ABF9-9BD72788D398}"/>
              </a:ext>
            </a:extLst>
          </p:cNvPr>
          <p:cNvSpPr txBox="1"/>
          <p:nvPr/>
        </p:nvSpPr>
        <p:spPr>
          <a:xfrm>
            <a:off x="98960" y="3919967"/>
            <a:ext cx="421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E8E6DB"/>
                </a:solidFill>
                <a:latin typeface="Oswald SemiBold" pitchFamily="2" charset="-52"/>
              </a:rPr>
              <a:t>01</a:t>
            </a:r>
            <a:endParaRPr lang="ru-RU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3A4E21-5904-54E0-1756-4B7734ECDA85}"/>
              </a:ext>
            </a:extLst>
          </p:cNvPr>
          <p:cNvSpPr txBox="1"/>
          <p:nvPr/>
        </p:nvSpPr>
        <p:spPr>
          <a:xfrm>
            <a:off x="98960" y="5200127"/>
            <a:ext cx="453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E8E6DB"/>
                </a:solidFill>
                <a:latin typeface="Oswald SemiBold" pitchFamily="2" charset="-52"/>
              </a:rPr>
              <a:t>02</a:t>
            </a:r>
            <a:endParaRPr lang="ru-RU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D7FD35-5D26-98BC-6282-A82E6D7F25DE}"/>
              </a:ext>
            </a:extLst>
          </p:cNvPr>
          <p:cNvSpPr txBox="1"/>
          <p:nvPr/>
        </p:nvSpPr>
        <p:spPr>
          <a:xfrm>
            <a:off x="98960" y="6090143"/>
            <a:ext cx="453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E8E6DB"/>
                </a:solidFill>
                <a:latin typeface="Oswald SemiBold" pitchFamily="2" charset="-52"/>
              </a:rPr>
              <a:t>03</a:t>
            </a:r>
            <a:endParaRPr lang="ru-RU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170296C8-99D5-6F9B-9839-A2B4CC04280D}"/>
              </a:ext>
            </a:extLst>
          </p:cNvPr>
          <p:cNvSpPr txBox="1">
            <a:spLocks/>
          </p:cNvSpPr>
          <p:nvPr/>
        </p:nvSpPr>
        <p:spPr>
          <a:xfrm>
            <a:off x="6283462" y="2831465"/>
            <a:ext cx="57305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E8E6DB"/>
                </a:solidFill>
                <a:latin typeface="Oswald SemiBold" pitchFamily="2" charset="-52"/>
                <a:ea typeface="Inter 28pt Thin" panose="02000503000000020004" pitchFamily="2" charset="0"/>
              </a:rPr>
              <a:t>ГДЕ НУЖНО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ru-RU" sz="1600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Работа с электроникой или опасными химическими элементами.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ru-RU" sz="1600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pPr marL="457200" lvl="1" indent="0">
              <a:buNone/>
            </a:pP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Домашние рутинные задачи.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ru-RU" sz="300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ru-RU" sz="1600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Интеграция </a:t>
            </a:r>
            <a:r>
              <a:rPr lang="pl-PL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ACT </a:t>
            </a: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и </a:t>
            </a:r>
            <a:r>
              <a:rPr lang="pl-PL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VLA </a:t>
            </a: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в производства или сферу услуг.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C4D137-944C-ADE2-7598-1078A1534653}"/>
              </a:ext>
            </a:extLst>
          </p:cNvPr>
          <p:cNvSpPr txBox="1"/>
          <p:nvPr/>
        </p:nvSpPr>
        <p:spPr>
          <a:xfrm>
            <a:off x="6096000" y="3508345"/>
            <a:ext cx="421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E8E6DB"/>
                </a:solidFill>
                <a:latin typeface="Oswald SemiBold" pitchFamily="2" charset="-52"/>
              </a:rPr>
              <a:t>01</a:t>
            </a:r>
            <a:endParaRPr lang="ru-RU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077CE8-D194-64F3-388C-1EB0D65B81B1}"/>
              </a:ext>
            </a:extLst>
          </p:cNvPr>
          <p:cNvSpPr txBox="1"/>
          <p:nvPr/>
        </p:nvSpPr>
        <p:spPr>
          <a:xfrm>
            <a:off x="6079970" y="4165043"/>
            <a:ext cx="453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E8E6DB"/>
                </a:solidFill>
                <a:latin typeface="Oswald SemiBold" pitchFamily="2" charset="-52"/>
              </a:rPr>
              <a:t>02</a:t>
            </a:r>
            <a:endParaRPr lang="ru-RU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B8730-1434-2969-7D4C-9C50A8CADD1F}"/>
              </a:ext>
            </a:extLst>
          </p:cNvPr>
          <p:cNvSpPr txBox="1"/>
          <p:nvPr/>
        </p:nvSpPr>
        <p:spPr>
          <a:xfrm>
            <a:off x="6056476" y="4843294"/>
            <a:ext cx="453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E8E6DB"/>
                </a:solidFill>
                <a:latin typeface="Oswald SemiBold" pitchFamily="2" charset="-52"/>
              </a:rPr>
              <a:t>03</a:t>
            </a:r>
            <a:endParaRPr lang="ru-RU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C759B224-F8BD-FAD5-E761-7C477953EB1D}"/>
              </a:ext>
            </a:extLst>
          </p:cNvPr>
          <p:cNvCxnSpPr>
            <a:cxnSpLocks/>
          </p:cNvCxnSpPr>
          <p:nvPr/>
        </p:nvCxnSpPr>
        <p:spPr>
          <a:xfrm>
            <a:off x="5977758" y="3373120"/>
            <a:ext cx="6069374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BFD3D4D2-108A-5A58-D8DB-0EFCE5B4EAFD}"/>
              </a:ext>
            </a:extLst>
          </p:cNvPr>
          <p:cNvCxnSpPr>
            <a:cxnSpLocks/>
          </p:cNvCxnSpPr>
          <p:nvPr/>
        </p:nvCxnSpPr>
        <p:spPr>
          <a:xfrm>
            <a:off x="5977758" y="4043680"/>
            <a:ext cx="6148446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8A82C25-57D3-3215-C690-9030243BE5AF}"/>
              </a:ext>
            </a:extLst>
          </p:cNvPr>
          <p:cNvCxnSpPr>
            <a:cxnSpLocks/>
          </p:cNvCxnSpPr>
          <p:nvPr/>
        </p:nvCxnSpPr>
        <p:spPr>
          <a:xfrm>
            <a:off x="5977758" y="4686516"/>
            <a:ext cx="6148446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EF2A8AA8-F60D-CE26-17C5-F08EE0AB2CF3}"/>
              </a:ext>
            </a:extLst>
          </p:cNvPr>
          <p:cNvCxnSpPr>
            <a:cxnSpLocks/>
          </p:cNvCxnSpPr>
          <p:nvPr/>
        </p:nvCxnSpPr>
        <p:spPr>
          <a:xfrm>
            <a:off x="5977758" y="5400182"/>
            <a:ext cx="6148446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594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4D4A3D">
                <a:lumMod val="63000"/>
              </a:srgbClr>
            </a:gs>
            <a:gs pos="100000">
              <a:srgbClr val="4D4A3D">
                <a:lumMod val="21000"/>
              </a:srgbClr>
            </a:gs>
          </a:gsLst>
          <a:path path="rect">
            <a:fillToRect t="100000" r="100000"/>
          </a:path>
          <a:tileRect l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F3C960-1CF1-752D-8859-CB8F59516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B614269-B0B3-1EA1-3751-616823106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60844"/>
            <a:ext cx="9753600" cy="157697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ru-RU" sz="1600" dirty="0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Спроектировать и протестировать к концу семестра рабочий прототип недорогой универсальной </a:t>
            </a:r>
            <a:r>
              <a:rPr lang="ru-RU" sz="1600" dirty="0" err="1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бимануальной</a:t>
            </a:r>
            <a:r>
              <a:rPr lang="ru-RU" sz="1600" dirty="0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 </a:t>
            </a:r>
            <a:r>
              <a:rPr lang="ru-RU" sz="1600" dirty="0" err="1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платоформы</a:t>
            </a:r>
            <a:r>
              <a:rPr lang="ru-RU" sz="1600" dirty="0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, способной с точностью не менее 90 % дублировать движения человеческих рук за счёт распознавания позы и автономно выполнять типовые манипуляции с успешностью не менее 80 % в серии из 50 попыток, тем самым доказав реализуемость концепции доступного робота для бытовых и мелкосерийных задач.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F60614CA-3280-8C71-6A63-F44797544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z="8000" dirty="0">
                <a:solidFill>
                  <a:srgbClr val="E8E6DB"/>
                </a:solidFill>
                <a:latin typeface="Oswald SemiBold" pitchFamily="2" charset="-52"/>
              </a:rPr>
              <a:t>ЦЕЛЬ ПРОЕКТА</a:t>
            </a:r>
            <a:endParaRPr lang="ru-RU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89A7798C-989F-1EB9-9F0C-8B0161A83F9B}"/>
              </a:ext>
            </a:extLst>
          </p:cNvPr>
          <p:cNvSpPr/>
          <p:nvPr/>
        </p:nvSpPr>
        <p:spPr>
          <a:xfrm>
            <a:off x="-406629" y="-305031"/>
            <a:ext cx="13287737" cy="2627453"/>
          </a:xfrm>
          <a:custGeom>
            <a:avLst/>
            <a:gdLst>
              <a:gd name="csX0" fmla="*/ 0 w 12986795"/>
              <a:gd name="csY0" fmla="*/ 2511706 h 2511706"/>
              <a:gd name="csX1" fmla="*/ 2152891 w 12986795"/>
              <a:gd name="csY1" fmla="*/ 1875098 h 2511706"/>
              <a:gd name="csX2" fmla="*/ 6620719 w 12986795"/>
              <a:gd name="csY2" fmla="*/ 2314936 h 2511706"/>
              <a:gd name="csX3" fmla="*/ 11725155 w 12986795"/>
              <a:gd name="csY3" fmla="*/ 1273215 h 2511706"/>
              <a:gd name="csX4" fmla="*/ 12720577 w 12986795"/>
              <a:gd name="csY4" fmla="*/ 590308 h 2511706"/>
              <a:gd name="csX5" fmla="*/ 12986795 w 12986795"/>
              <a:gd name="csY5" fmla="*/ 0 h 25117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986795" h="2511706">
                <a:moveTo>
                  <a:pt x="0" y="2511706"/>
                </a:moveTo>
                <a:cubicBezTo>
                  <a:pt x="524719" y="2209799"/>
                  <a:pt x="1049438" y="1907893"/>
                  <a:pt x="2152891" y="1875098"/>
                </a:cubicBezTo>
                <a:cubicBezTo>
                  <a:pt x="3256344" y="1842303"/>
                  <a:pt x="5025342" y="2415250"/>
                  <a:pt x="6620719" y="2314936"/>
                </a:cubicBezTo>
                <a:cubicBezTo>
                  <a:pt x="8216096" y="2214622"/>
                  <a:pt x="10708512" y="1560653"/>
                  <a:pt x="11725155" y="1273215"/>
                </a:cubicBezTo>
                <a:cubicBezTo>
                  <a:pt x="12741798" y="985777"/>
                  <a:pt x="12510304" y="802510"/>
                  <a:pt x="12720577" y="590308"/>
                </a:cubicBezTo>
                <a:cubicBezTo>
                  <a:pt x="12930850" y="378106"/>
                  <a:pt x="12986795" y="0"/>
                  <a:pt x="12986795" y="0"/>
                </a:cubicBezTo>
              </a:path>
            </a:pathLst>
          </a:custGeom>
          <a:noFill/>
          <a:ln>
            <a:solidFill>
              <a:srgbClr val="7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олилиния: фигура 30">
            <a:extLst>
              <a:ext uri="{FF2B5EF4-FFF2-40B4-BE49-F238E27FC236}">
                <a16:creationId xmlns:a16="http://schemas.microsoft.com/office/drawing/2014/main" id="{A7239208-A55B-EA53-A8CC-7776C6E7E769}"/>
              </a:ext>
            </a:extLst>
          </p:cNvPr>
          <p:cNvSpPr/>
          <p:nvPr/>
        </p:nvSpPr>
        <p:spPr>
          <a:xfrm>
            <a:off x="-752355" y="3477012"/>
            <a:ext cx="13310886" cy="1332856"/>
          </a:xfrm>
          <a:custGeom>
            <a:avLst/>
            <a:gdLst>
              <a:gd name="csX0" fmla="*/ 0 w 13310886"/>
              <a:gd name="csY0" fmla="*/ 1332856 h 1332856"/>
              <a:gd name="csX1" fmla="*/ 1724628 w 13310886"/>
              <a:gd name="csY1" fmla="*/ 221686 h 1332856"/>
              <a:gd name="csX2" fmla="*/ 4919240 w 13310886"/>
              <a:gd name="csY2" fmla="*/ 1170810 h 1332856"/>
              <a:gd name="csX3" fmla="*/ 7743463 w 13310886"/>
              <a:gd name="csY3" fmla="*/ 823570 h 1332856"/>
              <a:gd name="csX4" fmla="*/ 10857053 w 13310886"/>
              <a:gd name="csY4" fmla="*/ 13342 h 1332856"/>
              <a:gd name="csX5" fmla="*/ 13310886 w 13310886"/>
              <a:gd name="csY5" fmla="*/ 337433 h 13328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3310886" h="1332856">
                <a:moveTo>
                  <a:pt x="0" y="1332856"/>
                </a:moveTo>
                <a:cubicBezTo>
                  <a:pt x="452377" y="790775"/>
                  <a:pt x="904755" y="248694"/>
                  <a:pt x="1724628" y="221686"/>
                </a:cubicBezTo>
                <a:cubicBezTo>
                  <a:pt x="2544501" y="194678"/>
                  <a:pt x="3916101" y="1070496"/>
                  <a:pt x="4919240" y="1170810"/>
                </a:cubicBezTo>
                <a:cubicBezTo>
                  <a:pt x="5922379" y="1271124"/>
                  <a:pt x="6753828" y="1016481"/>
                  <a:pt x="7743463" y="823570"/>
                </a:cubicBezTo>
                <a:cubicBezTo>
                  <a:pt x="8733098" y="630659"/>
                  <a:pt x="9929149" y="94365"/>
                  <a:pt x="10857053" y="13342"/>
                </a:cubicBezTo>
                <a:cubicBezTo>
                  <a:pt x="11784957" y="-67681"/>
                  <a:pt x="12851757" y="242906"/>
                  <a:pt x="13310886" y="337433"/>
                </a:cubicBezTo>
              </a:path>
            </a:pathLst>
          </a:custGeom>
          <a:noFill/>
          <a:ln>
            <a:solidFill>
              <a:srgbClr val="7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dirty="0">
              <a:latin typeface="Oswald SemiBold" pitchFamily="2" charset="-52"/>
            </a:endParaRPr>
          </a:p>
        </p:txBody>
      </p:sp>
      <p:sp>
        <p:nvSpPr>
          <p:cNvPr id="33" name="Полилиния: фигура 32">
            <a:extLst>
              <a:ext uri="{FF2B5EF4-FFF2-40B4-BE49-F238E27FC236}">
                <a16:creationId xmlns:a16="http://schemas.microsoft.com/office/drawing/2014/main" id="{8EAB9DF0-B9AC-33B5-7865-625912A38FF3}"/>
              </a:ext>
            </a:extLst>
          </p:cNvPr>
          <p:cNvSpPr/>
          <p:nvPr/>
        </p:nvSpPr>
        <p:spPr>
          <a:xfrm>
            <a:off x="-578736" y="4441995"/>
            <a:ext cx="13631949" cy="1797669"/>
          </a:xfrm>
          <a:custGeom>
            <a:avLst/>
            <a:gdLst>
              <a:gd name="csX0" fmla="*/ 0 w 13631949"/>
              <a:gd name="csY0" fmla="*/ 1218026 h 1797669"/>
              <a:gd name="csX1" fmla="*/ 1192192 w 13631949"/>
              <a:gd name="csY1" fmla="*/ 2684 h 1797669"/>
              <a:gd name="csX2" fmla="*/ 3622876 w 13631949"/>
              <a:gd name="csY2" fmla="*/ 917084 h 1797669"/>
              <a:gd name="csX3" fmla="*/ 5764192 w 13631949"/>
              <a:gd name="csY3" fmla="*/ 1796760 h 1797669"/>
              <a:gd name="csX4" fmla="*/ 8356921 w 13631949"/>
              <a:gd name="csY4" fmla="*/ 1067555 h 1797669"/>
              <a:gd name="csX5" fmla="*/ 12975220 w 13631949"/>
              <a:gd name="csY5" fmla="*/ 268902 h 1797669"/>
              <a:gd name="csX6" fmla="*/ 13496081 w 13631949"/>
              <a:gd name="csY6" fmla="*/ 917084 h 1797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631949" h="1797669">
                <a:moveTo>
                  <a:pt x="0" y="1218026"/>
                </a:moveTo>
                <a:cubicBezTo>
                  <a:pt x="294189" y="635433"/>
                  <a:pt x="588379" y="52841"/>
                  <a:pt x="1192192" y="2684"/>
                </a:cubicBezTo>
                <a:cubicBezTo>
                  <a:pt x="1796005" y="-47473"/>
                  <a:pt x="2860876" y="618071"/>
                  <a:pt x="3622876" y="917084"/>
                </a:cubicBezTo>
                <a:cubicBezTo>
                  <a:pt x="4384876" y="1216097"/>
                  <a:pt x="4975185" y="1771682"/>
                  <a:pt x="5764192" y="1796760"/>
                </a:cubicBezTo>
                <a:cubicBezTo>
                  <a:pt x="6553199" y="1821838"/>
                  <a:pt x="7155083" y="1322198"/>
                  <a:pt x="8356921" y="1067555"/>
                </a:cubicBezTo>
                <a:cubicBezTo>
                  <a:pt x="9558759" y="812912"/>
                  <a:pt x="12118693" y="293980"/>
                  <a:pt x="12975220" y="268902"/>
                </a:cubicBezTo>
                <a:cubicBezTo>
                  <a:pt x="13831747" y="243823"/>
                  <a:pt x="13663914" y="580453"/>
                  <a:pt x="13496081" y="917084"/>
                </a:cubicBezTo>
              </a:path>
            </a:pathLst>
          </a:custGeom>
          <a:noFill/>
          <a:ln>
            <a:solidFill>
              <a:srgbClr val="7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DBE7D179-EFAA-6FFE-DF3C-52BC85879E66}"/>
              </a:ext>
            </a:extLst>
          </p:cNvPr>
          <p:cNvSpPr txBox="1">
            <a:spLocks/>
          </p:cNvSpPr>
          <p:nvPr/>
        </p:nvSpPr>
        <p:spPr>
          <a:xfrm>
            <a:off x="6035269" y="2469187"/>
            <a:ext cx="5628640" cy="731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ru-RU" sz="1600" dirty="0">
              <a:solidFill>
                <a:srgbClr val="E8E6DB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id="{09731E77-99AF-1BD4-6371-29831785089B}"/>
              </a:ext>
            </a:extLst>
          </p:cNvPr>
          <p:cNvSpPr txBox="1">
            <a:spLocks/>
          </p:cNvSpPr>
          <p:nvPr/>
        </p:nvSpPr>
        <p:spPr>
          <a:xfrm>
            <a:off x="12454517" y="-4930833"/>
            <a:ext cx="5628640" cy="1332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ru-RU" sz="1600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Создать два манипулятора для дублирования человеческих рук через распознавание позы и внедрить ИИ для самостоятельных действий без непосредственного участия человека (ACT)</a:t>
            </a:r>
            <a:endParaRPr lang="ru-RU" sz="1600" dirty="0">
              <a:solidFill>
                <a:srgbClr val="E8E6DB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</p:txBody>
      </p:sp>
      <p:sp>
        <p:nvSpPr>
          <p:cNvPr id="55" name="Полилиния: фигура 54">
            <a:extLst>
              <a:ext uri="{FF2B5EF4-FFF2-40B4-BE49-F238E27FC236}">
                <a16:creationId xmlns:a16="http://schemas.microsoft.com/office/drawing/2014/main" id="{5FD3D81D-4BFA-AEC9-C22E-594778FABFB6}"/>
              </a:ext>
            </a:extLst>
          </p:cNvPr>
          <p:cNvSpPr/>
          <p:nvPr/>
        </p:nvSpPr>
        <p:spPr>
          <a:xfrm>
            <a:off x="11702162" y="-3687110"/>
            <a:ext cx="13310886" cy="1332856"/>
          </a:xfrm>
          <a:custGeom>
            <a:avLst/>
            <a:gdLst>
              <a:gd name="csX0" fmla="*/ 0 w 13310886"/>
              <a:gd name="csY0" fmla="*/ 1332856 h 1332856"/>
              <a:gd name="csX1" fmla="*/ 1724628 w 13310886"/>
              <a:gd name="csY1" fmla="*/ 221686 h 1332856"/>
              <a:gd name="csX2" fmla="*/ 4919240 w 13310886"/>
              <a:gd name="csY2" fmla="*/ 1170810 h 1332856"/>
              <a:gd name="csX3" fmla="*/ 7743463 w 13310886"/>
              <a:gd name="csY3" fmla="*/ 823570 h 1332856"/>
              <a:gd name="csX4" fmla="*/ 10857053 w 13310886"/>
              <a:gd name="csY4" fmla="*/ 13342 h 1332856"/>
              <a:gd name="csX5" fmla="*/ 13310886 w 13310886"/>
              <a:gd name="csY5" fmla="*/ 337433 h 13328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3310886" h="1332856">
                <a:moveTo>
                  <a:pt x="0" y="1332856"/>
                </a:moveTo>
                <a:cubicBezTo>
                  <a:pt x="452377" y="790775"/>
                  <a:pt x="904755" y="248694"/>
                  <a:pt x="1724628" y="221686"/>
                </a:cubicBezTo>
                <a:cubicBezTo>
                  <a:pt x="2544501" y="194678"/>
                  <a:pt x="3916101" y="1070496"/>
                  <a:pt x="4919240" y="1170810"/>
                </a:cubicBezTo>
                <a:cubicBezTo>
                  <a:pt x="5922379" y="1271124"/>
                  <a:pt x="6753828" y="1016481"/>
                  <a:pt x="7743463" y="823570"/>
                </a:cubicBezTo>
                <a:cubicBezTo>
                  <a:pt x="8733098" y="630659"/>
                  <a:pt x="9929149" y="94365"/>
                  <a:pt x="10857053" y="13342"/>
                </a:cubicBezTo>
                <a:cubicBezTo>
                  <a:pt x="11784957" y="-67681"/>
                  <a:pt x="12851757" y="242906"/>
                  <a:pt x="13310886" y="337433"/>
                </a:cubicBezTo>
              </a:path>
            </a:pathLst>
          </a:custGeom>
          <a:noFill/>
          <a:ln>
            <a:solidFill>
              <a:srgbClr val="7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dirty="0">
              <a:latin typeface="Oswald SemiBold" pitchFamily="2" charset="-52"/>
            </a:endParaRPr>
          </a:p>
        </p:txBody>
      </p:sp>
      <p:sp>
        <p:nvSpPr>
          <p:cNvPr id="56" name="Полилиния: фигура 55">
            <a:extLst>
              <a:ext uri="{FF2B5EF4-FFF2-40B4-BE49-F238E27FC236}">
                <a16:creationId xmlns:a16="http://schemas.microsoft.com/office/drawing/2014/main" id="{C4A71C17-CDF5-1756-4DC5-3ED79B5235A6}"/>
              </a:ext>
            </a:extLst>
          </p:cNvPr>
          <p:cNvSpPr/>
          <p:nvPr/>
        </p:nvSpPr>
        <p:spPr>
          <a:xfrm>
            <a:off x="11875781" y="-2722127"/>
            <a:ext cx="13631949" cy="1797669"/>
          </a:xfrm>
          <a:custGeom>
            <a:avLst/>
            <a:gdLst>
              <a:gd name="csX0" fmla="*/ 0 w 13631949"/>
              <a:gd name="csY0" fmla="*/ 1218026 h 1797669"/>
              <a:gd name="csX1" fmla="*/ 1192192 w 13631949"/>
              <a:gd name="csY1" fmla="*/ 2684 h 1797669"/>
              <a:gd name="csX2" fmla="*/ 3622876 w 13631949"/>
              <a:gd name="csY2" fmla="*/ 917084 h 1797669"/>
              <a:gd name="csX3" fmla="*/ 5764192 w 13631949"/>
              <a:gd name="csY3" fmla="*/ 1796760 h 1797669"/>
              <a:gd name="csX4" fmla="*/ 8356921 w 13631949"/>
              <a:gd name="csY4" fmla="*/ 1067555 h 1797669"/>
              <a:gd name="csX5" fmla="*/ 12975220 w 13631949"/>
              <a:gd name="csY5" fmla="*/ 268902 h 1797669"/>
              <a:gd name="csX6" fmla="*/ 13496081 w 13631949"/>
              <a:gd name="csY6" fmla="*/ 917084 h 1797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631949" h="1797669">
                <a:moveTo>
                  <a:pt x="0" y="1218026"/>
                </a:moveTo>
                <a:cubicBezTo>
                  <a:pt x="294189" y="635433"/>
                  <a:pt x="588379" y="52841"/>
                  <a:pt x="1192192" y="2684"/>
                </a:cubicBezTo>
                <a:cubicBezTo>
                  <a:pt x="1796005" y="-47473"/>
                  <a:pt x="2860876" y="618071"/>
                  <a:pt x="3622876" y="917084"/>
                </a:cubicBezTo>
                <a:cubicBezTo>
                  <a:pt x="4384876" y="1216097"/>
                  <a:pt x="4975185" y="1771682"/>
                  <a:pt x="5764192" y="1796760"/>
                </a:cubicBezTo>
                <a:cubicBezTo>
                  <a:pt x="6553199" y="1821838"/>
                  <a:pt x="7155083" y="1322198"/>
                  <a:pt x="8356921" y="1067555"/>
                </a:cubicBezTo>
                <a:cubicBezTo>
                  <a:pt x="9558759" y="812912"/>
                  <a:pt x="12118693" y="293980"/>
                  <a:pt x="12975220" y="268902"/>
                </a:cubicBezTo>
                <a:cubicBezTo>
                  <a:pt x="13831747" y="243823"/>
                  <a:pt x="13663914" y="580453"/>
                  <a:pt x="13496081" y="917084"/>
                </a:cubicBezTo>
              </a:path>
            </a:pathLst>
          </a:custGeom>
          <a:noFill/>
          <a:ln>
            <a:solidFill>
              <a:srgbClr val="7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14CC916-F543-D6D7-80BB-F7026B14DFE4}"/>
              </a:ext>
            </a:extLst>
          </p:cNvPr>
          <p:cNvSpPr txBox="1"/>
          <p:nvPr/>
        </p:nvSpPr>
        <p:spPr>
          <a:xfrm>
            <a:off x="12454517" y="-4841700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rgbClr val="E8E6DB"/>
                </a:solidFill>
                <a:latin typeface="Oswald SemiBold" pitchFamily="2" charset="-52"/>
              </a:rPr>
              <a:t>S</a:t>
            </a:r>
            <a:endParaRPr lang="ru-RU" sz="4000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id="{A26BA131-4B68-8C66-D4D3-D82A716D7E8F}"/>
              </a:ext>
            </a:extLst>
          </p:cNvPr>
          <p:cNvSpPr txBox="1">
            <a:spLocks/>
          </p:cNvSpPr>
          <p:nvPr/>
        </p:nvSpPr>
        <p:spPr>
          <a:xfrm>
            <a:off x="18489786" y="-4694935"/>
            <a:ext cx="5628640" cy="7310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Робот должен с достаточной для несложных манипуляции точностью копировать положение рук человека. </a:t>
            </a:r>
            <a:r>
              <a:rPr lang="pl-PL" sz="1600" dirty="0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ACT</a:t>
            </a:r>
            <a:r>
              <a:rPr lang="ru-RU" sz="1600" dirty="0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 должен исправно выполнять действия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205F31-45C6-F5E3-26BE-43EB69D889A8}"/>
              </a:ext>
            </a:extLst>
          </p:cNvPr>
          <p:cNvSpPr txBox="1"/>
          <p:nvPr/>
        </p:nvSpPr>
        <p:spPr>
          <a:xfrm>
            <a:off x="18489786" y="-4714145"/>
            <a:ext cx="5774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rgbClr val="E8E6DB"/>
                </a:solidFill>
                <a:latin typeface="Oswald SemiBold" pitchFamily="2" charset="-52"/>
              </a:rPr>
              <a:t>M</a:t>
            </a:r>
            <a:endParaRPr lang="ru-RU" sz="4000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id="{4910CAD6-BE08-EB0A-00B5-89362A09C6D2}"/>
              </a:ext>
            </a:extLst>
          </p:cNvPr>
          <p:cNvSpPr txBox="1">
            <a:spLocks/>
          </p:cNvSpPr>
          <p:nvPr/>
        </p:nvSpPr>
        <p:spPr>
          <a:xfrm>
            <a:off x="15919462" y="-3563769"/>
            <a:ext cx="5628640" cy="731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Создать рабочий прототип с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АСТ моделью на одно действие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4A406A-0B55-BA23-39D6-8DC34F4AE9EB}"/>
              </a:ext>
            </a:extLst>
          </p:cNvPr>
          <p:cNvSpPr txBox="1"/>
          <p:nvPr/>
        </p:nvSpPr>
        <p:spPr>
          <a:xfrm>
            <a:off x="15919462" y="-3640184"/>
            <a:ext cx="4876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solidFill>
                  <a:srgbClr val="E8E6DB"/>
                </a:solidFill>
                <a:latin typeface="Oswald SemiBold" pitchFamily="2" charset="-52"/>
              </a:rPr>
              <a:t>А</a:t>
            </a:r>
            <a:endParaRPr lang="ru-RU" sz="4000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62" name="Объект 2">
            <a:extLst>
              <a:ext uri="{FF2B5EF4-FFF2-40B4-BE49-F238E27FC236}">
                <a16:creationId xmlns:a16="http://schemas.microsoft.com/office/drawing/2014/main" id="{B7815450-2092-7640-0710-5CF201899613}"/>
              </a:ext>
            </a:extLst>
          </p:cNvPr>
          <p:cNvSpPr txBox="1">
            <a:spLocks/>
          </p:cNvSpPr>
          <p:nvPr/>
        </p:nvSpPr>
        <p:spPr>
          <a:xfrm>
            <a:off x="16407096" y="-2243631"/>
            <a:ext cx="5628640" cy="731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Доказать концепцию дешевого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универсального манипулятора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4666BF-192C-B2C1-6483-42DACF5827D1}"/>
              </a:ext>
            </a:extLst>
          </p:cNvPr>
          <p:cNvSpPr txBox="1"/>
          <p:nvPr/>
        </p:nvSpPr>
        <p:spPr>
          <a:xfrm>
            <a:off x="16407096" y="-2320046"/>
            <a:ext cx="5132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rgbClr val="E8E6DB"/>
                </a:solidFill>
                <a:latin typeface="Oswald SemiBold" pitchFamily="2" charset="-52"/>
              </a:rPr>
              <a:t>R</a:t>
            </a:r>
            <a:endParaRPr lang="ru-RU" sz="4000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64" name="Объект 2">
            <a:extLst>
              <a:ext uri="{FF2B5EF4-FFF2-40B4-BE49-F238E27FC236}">
                <a16:creationId xmlns:a16="http://schemas.microsoft.com/office/drawing/2014/main" id="{CEDE9336-0B98-7C34-21F8-68A098584638}"/>
              </a:ext>
            </a:extLst>
          </p:cNvPr>
          <p:cNvSpPr txBox="1">
            <a:spLocks/>
          </p:cNvSpPr>
          <p:nvPr/>
        </p:nvSpPr>
        <p:spPr>
          <a:xfrm>
            <a:off x="20369496" y="-1312856"/>
            <a:ext cx="5628640" cy="731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Завершить создание прототипа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E8E6DB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к заявленному сроку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04AEAB7-76A0-6FF6-FBBB-CBF25C3CA2E5}"/>
              </a:ext>
            </a:extLst>
          </p:cNvPr>
          <p:cNvSpPr txBox="1"/>
          <p:nvPr/>
        </p:nvSpPr>
        <p:spPr>
          <a:xfrm>
            <a:off x="20369496" y="-1389271"/>
            <a:ext cx="4315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400" dirty="0">
                <a:solidFill>
                  <a:srgbClr val="E8E6DB"/>
                </a:solidFill>
                <a:latin typeface="Oswald SemiBold" pitchFamily="2" charset="-52"/>
              </a:rPr>
              <a:t>T</a:t>
            </a:r>
            <a:endParaRPr lang="ru-RU" sz="4000" dirty="0">
              <a:solidFill>
                <a:srgbClr val="E8E6DB"/>
              </a:solidFill>
              <a:latin typeface="Oswald Semi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1493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51713"/>
            </a:gs>
            <a:gs pos="100000">
              <a:srgbClr val="4D4A3D">
                <a:lumMod val="45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6BF087-65B1-FD63-4FA2-BE9D75B71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0" y="0"/>
            <a:ext cx="4736122" cy="2965939"/>
          </a:xfrm>
        </p:spPr>
        <p:txBody>
          <a:bodyPr>
            <a:normAutofit/>
          </a:bodyPr>
          <a:lstStyle/>
          <a:p>
            <a:r>
              <a:rPr lang="ru-RU" sz="6600" dirty="0">
                <a:solidFill>
                  <a:srgbClr val="E8E6DB"/>
                </a:solidFill>
                <a:latin typeface="Oswald SemiBold" pitchFamily="2" charset="-52"/>
              </a:rPr>
              <a:t>Члены </a:t>
            </a:r>
            <a:br>
              <a:rPr lang="ru-RU" sz="6600" dirty="0">
                <a:solidFill>
                  <a:srgbClr val="E8E6DB"/>
                </a:solidFill>
                <a:latin typeface="Oswald SemiBold" pitchFamily="2" charset="-52"/>
              </a:rPr>
            </a:br>
            <a:r>
              <a:rPr lang="ru-RU" sz="6600" dirty="0">
                <a:solidFill>
                  <a:srgbClr val="637056"/>
                </a:solidFill>
                <a:latin typeface="Oswald SemiBold" pitchFamily="2" charset="-52"/>
              </a:rPr>
              <a:t>команды.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C9D260E-F79C-4287-57A2-70E893B7ACFE}"/>
              </a:ext>
            </a:extLst>
          </p:cNvPr>
          <p:cNvSpPr/>
          <p:nvPr/>
        </p:nvSpPr>
        <p:spPr>
          <a:xfrm>
            <a:off x="4187483" y="2965939"/>
            <a:ext cx="8004517" cy="719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Руководитель проекта (Project Manager)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Технический лидер / системный архитектор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Инженер‑разработчик / инженер‑конструктор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Тестировщик / QA‑инженер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Бизнес‑аналитик / постановщик требований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Team </a:t>
            </a:r>
            <a:r>
              <a:rPr lang="ru-RU" sz="2400" dirty="0" err="1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Lead</a:t>
            </a:r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 / руководитель направления — 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UX/UI‑дизайнер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Специалист по интеграции и стендам — 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Технический писатель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Специалист по качеству и сертификации — 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Data‑инженер / инженер данных — Висневский А.П.</a:t>
            </a:r>
          </a:p>
          <a:p>
            <a:pPr lvl="0"/>
            <a:r>
              <a:rPr lang="ru-RU" sz="2400" dirty="0" err="1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DevOps</a:t>
            </a:r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 / инженер инфраструктуры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Специалист по безопасности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Специалист по моделированию и симуляции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Инженер по надёжности (</a:t>
            </a:r>
            <a:r>
              <a:rPr lang="ru-RU" sz="2400" dirty="0" err="1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Reliability</a:t>
            </a:r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 </a:t>
            </a:r>
            <a:r>
              <a:rPr lang="ru-RU" sz="2400" dirty="0" err="1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Engineer</a:t>
            </a:r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)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Конструктор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Инженер‑прочнист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Технолог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Инженер по аддитивным технологиям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FPGA‑инженер — Висневский А.П.</a:t>
            </a:r>
          </a:p>
          <a:p>
            <a:pPr lvl="0"/>
            <a:r>
              <a:rPr lang="ru-RU" sz="2400" dirty="0" err="1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Embedded</a:t>
            </a:r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‑разработчик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Инженер по тестированию железа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Инженер по интерфейсам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ROS‑инженер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Инженер сенсоров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Инженер по планированию движения и навигации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Инженер по симуляции (</a:t>
            </a:r>
            <a:r>
              <a:rPr lang="ru-RU" sz="2400" dirty="0" err="1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Gazebo</a:t>
            </a:r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/</a:t>
            </a:r>
            <a:r>
              <a:rPr lang="ru-RU" sz="2400" dirty="0" err="1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Webots</a:t>
            </a:r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) — 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Инженер по подготовке моделей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Технолог по материалам — Висневский А.П.</a:t>
            </a: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Инженер по постобработке — Висневский А.П.</a:t>
            </a:r>
          </a:p>
          <a:p>
            <a:pPr lvl="0"/>
            <a:endParaRPr lang="ru-RU" sz="2400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pPr lvl="0"/>
            <a:r>
              <a:rPr lang="ru-RU" sz="24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Development Team — Висневский А.П.</a:t>
            </a:r>
          </a:p>
        </p:txBody>
      </p:sp>
      <p:sp>
        <p:nvSpPr>
          <p:cNvPr id="3" name="Ромб 2">
            <a:extLst>
              <a:ext uri="{FF2B5EF4-FFF2-40B4-BE49-F238E27FC236}">
                <a16:creationId xmlns:a16="http://schemas.microsoft.com/office/drawing/2014/main" id="{6798C79F-665A-4A44-8957-90FA90360E69}"/>
              </a:ext>
            </a:extLst>
          </p:cNvPr>
          <p:cNvSpPr/>
          <p:nvPr/>
        </p:nvSpPr>
        <p:spPr>
          <a:xfrm>
            <a:off x="150470" y="2731804"/>
            <a:ext cx="1932972" cy="1932972"/>
          </a:xfrm>
          <a:prstGeom prst="diamond">
            <a:avLst/>
          </a:prstGeom>
          <a:noFill/>
          <a:ln>
            <a:solidFill>
              <a:srgbClr val="7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Ромб 5">
            <a:extLst>
              <a:ext uri="{FF2B5EF4-FFF2-40B4-BE49-F238E27FC236}">
                <a16:creationId xmlns:a16="http://schemas.microsoft.com/office/drawing/2014/main" id="{789A381A-745B-ED71-71E5-25CA5CFFB2ED}"/>
              </a:ext>
            </a:extLst>
          </p:cNvPr>
          <p:cNvSpPr/>
          <p:nvPr/>
        </p:nvSpPr>
        <p:spPr>
          <a:xfrm>
            <a:off x="150470" y="4664776"/>
            <a:ext cx="1932972" cy="1932972"/>
          </a:xfrm>
          <a:prstGeom prst="diamond">
            <a:avLst/>
          </a:prstGeom>
          <a:noFill/>
          <a:ln>
            <a:solidFill>
              <a:srgbClr val="7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омб 7">
            <a:extLst>
              <a:ext uri="{FF2B5EF4-FFF2-40B4-BE49-F238E27FC236}">
                <a16:creationId xmlns:a16="http://schemas.microsoft.com/office/drawing/2014/main" id="{98799455-A970-D6FE-C7DC-7C80FDB907D1}"/>
              </a:ext>
            </a:extLst>
          </p:cNvPr>
          <p:cNvSpPr/>
          <p:nvPr/>
        </p:nvSpPr>
        <p:spPr>
          <a:xfrm>
            <a:off x="2083442" y="2731804"/>
            <a:ext cx="1932972" cy="1932972"/>
          </a:xfrm>
          <a:prstGeom prst="diamond">
            <a:avLst/>
          </a:prstGeom>
          <a:noFill/>
          <a:ln>
            <a:solidFill>
              <a:srgbClr val="7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омб 9">
            <a:extLst>
              <a:ext uri="{FF2B5EF4-FFF2-40B4-BE49-F238E27FC236}">
                <a16:creationId xmlns:a16="http://schemas.microsoft.com/office/drawing/2014/main" id="{DDF3F92A-2799-5C3D-929F-8DF7B800A047}"/>
              </a:ext>
            </a:extLst>
          </p:cNvPr>
          <p:cNvSpPr/>
          <p:nvPr/>
        </p:nvSpPr>
        <p:spPr>
          <a:xfrm>
            <a:off x="2083442" y="4664776"/>
            <a:ext cx="1932972" cy="1932972"/>
          </a:xfrm>
          <a:prstGeom prst="diamond">
            <a:avLst/>
          </a:prstGeom>
          <a:noFill/>
          <a:ln>
            <a:solidFill>
              <a:srgbClr val="7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омб 12">
            <a:extLst>
              <a:ext uri="{FF2B5EF4-FFF2-40B4-BE49-F238E27FC236}">
                <a16:creationId xmlns:a16="http://schemas.microsoft.com/office/drawing/2014/main" id="{1D87B577-77E1-7D55-375A-350BE952841B}"/>
              </a:ext>
            </a:extLst>
          </p:cNvPr>
          <p:cNvSpPr/>
          <p:nvPr/>
        </p:nvSpPr>
        <p:spPr>
          <a:xfrm>
            <a:off x="150470" y="6597748"/>
            <a:ext cx="1932972" cy="1932972"/>
          </a:xfrm>
          <a:prstGeom prst="diamond">
            <a:avLst/>
          </a:prstGeom>
          <a:noFill/>
          <a:ln>
            <a:solidFill>
              <a:srgbClr val="7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Ромб 14">
            <a:extLst>
              <a:ext uri="{FF2B5EF4-FFF2-40B4-BE49-F238E27FC236}">
                <a16:creationId xmlns:a16="http://schemas.microsoft.com/office/drawing/2014/main" id="{CDCB54F5-C1F3-8E84-4D29-3A34085E2D1B}"/>
              </a:ext>
            </a:extLst>
          </p:cNvPr>
          <p:cNvSpPr/>
          <p:nvPr/>
        </p:nvSpPr>
        <p:spPr>
          <a:xfrm>
            <a:off x="2083442" y="6597748"/>
            <a:ext cx="1932972" cy="1932972"/>
          </a:xfrm>
          <a:prstGeom prst="diamond">
            <a:avLst/>
          </a:prstGeom>
          <a:noFill/>
          <a:ln>
            <a:solidFill>
              <a:srgbClr val="7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Ромб 16">
            <a:extLst>
              <a:ext uri="{FF2B5EF4-FFF2-40B4-BE49-F238E27FC236}">
                <a16:creationId xmlns:a16="http://schemas.microsoft.com/office/drawing/2014/main" id="{85869358-DF0A-DE6A-32D3-F36DB094F3E5}"/>
              </a:ext>
            </a:extLst>
          </p:cNvPr>
          <p:cNvSpPr/>
          <p:nvPr/>
        </p:nvSpPr>
        <p:spPr>
          <a:xfrm>
            <a:off x="-1782502" y="2731804"/>
            <a:ext cx="1932972" cy="1932972"/>
          </a:xfrm>
          <a:prstGeom prst="diamond">
            <a:avLst/>
          </a:prstGeom>
          <a:noFill/>
          <a:ln>
            <a:solidFill>
              <a:srgbClr val="7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омб 18">
            <a:extLst>
              <a:ext uri="{FF2B5EF4-FFF2-40B4-BE49-F238E27FC236}">
                <a16:creationId xmlns:a16="http://schemas.microsoft.com/office/drawing/2014/main" id="{68CF52DF-50F5-4784-D8AF-983ED5988530}"/>
              </a:ext>
            </a:extLst>
          </p:cNvPr>
          <p:cNvSpPr/>
          <p:nvPr/>
        </p:nvSpPr>
        <p:spPr>
          <a:xfrm>
            <a:off x="-1782502" y="4664776"/>
            <a:ext cx="1932972" cy="1932972"/>
          </a:xfrm>
          <a:prstGeom prst="diamond">
            <a:avLst/>
          </a:prstGeom>
          <a:noFill/>
          <a:ln>
            <a:solidFill>
              <a:srgbClr val="7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Ромб 20">
            <a:extLst>
              <a:ext uri="{FF2B5EF4-FFF2-40B4-BE49-F238E27FC236}">
                <a16:creationId xmlns:a16="http://schemas.microsoft.com/office/drawing/2014/main" id="{924A26A3-ADA0-AB43-96D7-811B9EF0F0C9}"/>
              </a:ext>
            </a:extLst>
          </p:cNvPr>
          <p:cNvSpPr/>
          <p:nvPr/>
        </p:nvSpPr>
        <p:spPr>
          <a:xfrm>
            <a:off x="-1782502" y="6597748"/>
            <a:ext cx="1932972" cy="1932972"/>
          </a:xfrm>
          <a:prstGeom prst="diamond">
            <a:avLst/>
          </a:prstGeom>
          <a:noFill/>
          <a:ln>
            <a:solidFill>
              <a:srgbClr val="706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7B37FF4A-F40A-20F0-C9B6-5CD239A65FB5}"/>
              </a:ext>
            </a:extLst>
          </p:cNvPr>
          <p:cNvCxnSpPr>
            <a:cxnSpLocks/>
          </p:cNvCxnSpPr>
          <p:nvPr/>
        </p:nvCxnSpPr>
        <p:spPr>
          <a:xfrm flipH="1">
            <a:off x="-659757" y="2731803"/>
            <a:ext cx="1776713" cy="0"/>
          </a:xfrm>
          <a:prstGeom prst="line">
            <a:avLst/>
          </a:prstGeom>
          <a:ln w="12700">
            <a:solidFill>
              <a:srgbClr val="706B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F1921C72-EB78-A6FC-4F97-266FDEE1380D}"/>
              </a:ext>
            </a:extLst>
          </p:cNvPr>
          <p:cNvCxnSpPr>
            <a:cxnSpLocks/>
            <a:stCxn id="8" idx="0"/>
          </p:cNvCxnSpPr>
          <p:nvPr/>
        </p:nvCxnSpPr>
        <p:spPr>
          <a:xfrm flipH="1">
            <a:off x="1116956" y="2731804"/>
            <a:ext cx="1932972" cy="0"/>
          </a:xfrm>
          <a:prstGeom prst="line">
            <a:avLst/>
          </a:prstGeom>
          <a:ln w="12700">
            <a:solidFill>
              <a:srgbClr val="706B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D64FEF9F-F7D0-C010-A0FF-64D1F141EECB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3049928" y="2731804"/>
            <a:ext cx="966486" cy="0"/>
          </a:xfrm>
          <a:prstGeom prst="line">
            <a:avLst/>
          </a:prstGeom>
          <a:ln w="12700">
            <a:solidFill>
              <a:srgbClr val="706B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3675230-AF22-A3F7-14BF-69D7ED63D695}"/>
              </a:ext>
            </a:extLst>
          </p:cNvPr>
          <p:cNvCxnSpPr>
            <a:cxnSpLocks/>
            <a:stCxn id="8" idx="3"/>
            <a:endCxn id="10" idx="3"/>
          </p:cNvCxnSpPr>
          <p:nvPr/>
        </p:nvCxnSpPr>
        <p:spPr>
          <a:xfrm>
            <a:off x="4016414" y="3698290"/>
            <a:ext cx="0" cy="1932972"/>
          </a:xfrm>
          <a:prstGeom prst="line">
            <a:avLst/>
          </a:prstGeom>
          <a:ln w="12700">
            <a:solidFill>
              <a:srgbClr val="706B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47BC2FE4-48C1-936C-F192-398743BE0CD4}"/>
              </a:ext>
            </a:extLst>
          </p:cNvPr>
          <p:cNvCxnSpPr>
            <a:cxnSpLocks/>
            <a:endCxn id="8" idx="3"/>
          </p:cNvCxnSpPr>
          <p:nvPr/>
        </p:nvCxnSpPr>
        <p:spPr>
          <a:xfrm>
            <a:off x="4016414" y="2731803"/>
            <a:ext cx="0" cy="966487"/>
          </a:xfrm>
          <a:prstGeom prst="line">
            <a:avLst/>
          </a:prstGeom>
          <a:ln w="12700">
            <a:solidFill>
              <a:srgbClr val="706B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78E6A900-656F-2F76-A0C5-F04936E4F949}"/>
              </a:ext>
            </a:extLst>
          </p:cNvPr>
          <p:cNvCxnSpPr>
            <a:cxnSpLocks/>
            <a:stCxn id="15" idx="3"/>
            <a:endCxn id="10" idx="3"/>
          </p:cNvCxnSpPr>
          <p:nvPr/>
        </p:nvCxnSpPr>
        <p:spPr>
          <a:xfrm flipV="1">
            <a:off x="4016414" y="5631262"/>
            <a:ext cx="0" cy="1932972"/>
          </a:xfrm>
          <a:prstGeom prst="line">
            <a:avLst/>
          </a:prstGeom>
          <a:ln w="12700">
            <a:solidFill>
              <a:srgbClr val="706B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49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391 1.17987 L -0.00351 -1.97569 " pathEditMode="relative" rAng="0" ptsTypes="AA">
                                      <p:cBhvr>
                                        <p:cTn id="6" dur="2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8" y="-1577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6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4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4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4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4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4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4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indefinite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4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4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indefinite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4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4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indefinite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indefinite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indefinite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4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6" grpId="0" animBg="1"/>
      <p:bldP spid="8" grpId="0" animBg="1"/>
      <p:bldP spid="10" grpId="0" animBg="1"/>
      <p:bldP spid="13" grpId="0" animBg="1"/>
      <p:bldP spid="15" grpId="0" animBg="1"/>
      <p:bldP spid="17" grpId="0" animBg="1"/>
      <p:bldP spid="19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3E6CD-1833-6A0F-8829-C382854B6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B76E0-C58A-9BCE-5DF6-24E0D4A64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414" y="0"/>
            <a:ext cx="8541172" cy="1325563"/>
          </a:xfrm>
        </p:spPr>
        <p:txBody>
          <a:bodyPr>
            <a:noAutofit/>
          </a:bodyPr>
          <a:lstStyle/>
          <a:p>
            <a:pPr algn="ctr"/>
            <a:r>
              <a:rPr lang="ru-RU" sz="7200" dirty="0">
                <a:solidFill>
                  <a:srgbClr val="637056"/>
                </a:solidFill>
                <a:latin typeface="Oswald SemiBold" pitchFamily="2" charset="-52"/>
              </a:rPr>
              <a:t>ДИАГРАММА </a:t>
            </a:r>
            <a:r>
              <a:rPr lang="ru-RU" sz="7200" dirty="0">
                <a:solidFill>
                  <a:srgbClr val="E8E6DB"/>
                </a:solidFill>
                <a:latin typeface="Oswald SemiBold" pitchFamily="2" charset="-52"/>
              </a:rPr>
              <a:t>ГАНТА.</a:t>
            </a:r>
            <a:endParaRPr lang="ru-RU" sz="2800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E3AE856-4C4C-DBCF-5E16-81BB2C9D9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162179"/>
              </p:ext>
            </p:extLst>
          </p:nvPr>
        </p:nvGraphicFramePr>
        <p:xfrm>
          <a:off x="411475" y="1486618"/>
          <a:ext cx="11369050" cy="5136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646">
                  <a:extLst>
                    <a:ext uri="{9D8B030D-6E8A-4147-A177-3AD203B41FA5}">
                      <a16:colId xmlns:a16="http://schemas.microsoft.com/office/drawing/2014/main" val="249975999"/>
                    </a:ext>
                  </a:extLst>
                </a:gridCol>
                <a:gridCol w="2752220">
                  <a:extLst>
                    <a:ext uri="{9D8B030D-6E8A-4147-A177-3AD203B41FA5}">
                      <a16:colId xmlns:a16="http://schemas.microsoft.com/office/drawing/2014/main" val="2725921653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1613339027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1239238321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3603661221"/>
                    </a:ext>
                  </a:extLst>
                </a:gridCol>
                <a:gridCol w="337845">
                  <a:extLst>
                    <a:ext uri="{9D8B030D-6E8A-4147-A177-3AD203B41FA5}">
                      <a16:colId xmlns:a16="http://schemas.microsoft.com/office/drawing/2014/main" val="2667074114"/>
                    </a:ext>
                  </a:extLst>
                </a:gridCol>
                <a:gridCol w="348639">
                  <a:extLst>
                    <a:ext uri="{9D8B030D-6E8A-4147-A177-3AD203B41FA5}">
                      <a16:colId xmlns:a16="http://schemas.microsoft.com/office/drawing/2014/main" val="3336153347"/>
                    </a:ext>
                  </a:extLst>
                </a:gridCol>
                <a:gridCol w="348639">
                  <a:extLst>
                    <a:ext uri="{9D8B030D-6E8A-4147-A177-3AD203B41FA5}">
                      <a16:colId xmlns:a16="http://schemas.microsoft.com/office/drawing/2014/main" val="4043172228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1559018905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1923025790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2601735273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2990861183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1718943274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1240909627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1964085821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4292169985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3215437766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3578957147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1267069049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3799188827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1295885099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4071642898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1600731233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2274406170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1086816408"/>
                    </a:ext>
                  </a:extLst>
                </a:gridCol>
                <a:gridCol w="343241">
                  <a:extLst>
                    <a:ext uri="{9D8B030D-6E8A-4147-A177-3AD203B41FA5}">
                      <a16:colId xmlns:a16="http://schemas.microsoft.com/office/drawing/2014/main" val="2879475391"/>
                    </a:ext>
                  </a:extLst>
                </a:gridCol>
              </a:tblGrid>
              <a:tr h="4107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1800" b="0" i="0" u="none" strike="noStrike" dirty="0">
                        <a:solidFill>
                          <a:srgbClr val="E8E6DB"/>
                        </a:solidFill>
                        <a:effectLst/>
                        <a:latin typeface="Oswald SemiBold" pitchFamily="2" charset="-52"/>
                        <a:ea typeface="Inter 28pt Thin" panose="02000503000000020004" pitchFamily="2" charset="0"/>
                      </a:endParaRP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i="0" u="none" strike="noStrike" dirty="0">
                        <a:solidFill>
                          <a:srgbClr val="E8E6DB"/>
                        </a:solidFill>
                        <a:effectLst/>
                        <a:latin typeface="Inter 28pt Thin" panose="02000503000000020004" pitchFamily="2" charset="0"/>
                        <a:ea typeface="Inter 28pt Thin" panose="02000503000000020004" pitchFamily="2" charset="0"/>
                      </a:endParaRP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12.09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25.09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05.10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10.10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15.10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20.10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22.10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01.10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10.11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12.11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13.10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15.10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2.12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.10.12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E8E6DB"/>
                          </a:solidFill>
                          <a:effectLst/>
                          <a:latin typeface="Calibri" panose="020F0502020204030204" pitchFamily="34" charset="0"/>
                        </a:rPr>
                        <a:t>20.12</a:t>
                      </a: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389919"/>
                  </a:ext>
                </a:extLst>
              </a:tr>
              <a:tr h="4107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800" b="0" i="0" u="none" strike="noStrike" dirty="0">
                          <a:solidFill>
                            <a:srgbClr val="E8E6DB"/>
                          </a:solidFill>
                          <a:effectLst/>
                          <a:latin typeface="Oswald SemiBold" pitchFamily="2" charset="-52"/>
                          <a:ea typeface="Inter 28pt Thin" panose="02000503000000020004" pitchFamily="2" charset="0"/>
                        </a:rPr>
                        <a:t>01</a:t>
                      </a: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u="none" strike="noStrike" dirty="0">
                          <a:solidFill>
                            <a:srgbClr val="E8E6DB"/>
                          </a:solidFill>
                          <a:effectLst/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Анализ и постановка требований</a:t>
                      </a:r>
                      <a:endParaRPr lang="ru-RU" sz="1400" b="0" i="0" u="none" strike="noStrike" dirty="0">
                        <a:solidFill>
                          <a:srgbClr val="E8E6DB"/>
                        </a:solidFill>
                        <a:effectLst/>
                        <a:latin typeface="Inter 28pt Thin" panose="02000503000000020004" pitchFamily="2" charset="0"/>
                        <a:ea typeface="Inter 28pt Thin" panose="02000503000000020004" pitchFamily="2" charset="0"/>
                      </a:endParaRP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50847"/>
                  </a:ext>
                </a:extLst>
              </a:tr>
              <a:tr h="4107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800" b="0" i="0" u="none" strike="noStrike" dirty="0">
                          <a:solidFill>
                            <a:srgbClr val="E8E6DB"/>
                          </a:solidFill>
                          <a:effectLst/>
                          <a:latin typeface="Oswald SemiBold" pitchFamily="2" charset="-52"/>
                          <a:ea typeface="Inter 28pt Thin" panose="02000503000000020004" pitchFamily="2" charset="0"/>
                        </a:rPr>
                        <a:t>02</a:t>
                      </a: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E8E6DB"/>
                          </a:solidFill>
                          <a:effectLst/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Заказ комплектующих</a:t>
                      </a: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859440"/>
                  </a:ext>
                </a:extLst>
              </a:tr>
              <a:tr h="4107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800" b="0" i="0" u="none" strike="noStrike" dirty="0">
                          <a:solidFill>
                            <a:srgbClr val="E8E6DB"/>
                          </a:solidFill>
                          <a:effectLst/>
                          <a:latin typeface="Oswald SemiBold" pitchFamily="2" charset="-52"/>
                          <a:ea typeface="Inter 28pt Thin" panose="02000503000000020004" pitchFamily="2" charset="0"/>
                        </a:rPr>
                        <a:t>03</a:t>
                      </a: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400" b="0" u="none" strike="noStrike" dirty="0">
                          <a:solidFill>
                            <a:srgbClr val="E8E6DB"/>
                          </a:solidFill>
                          <a:effectLst/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Проектирование манипулятора</a:t>
                      </a:r>
                      <a:endParaRPr lang="ru-RU" sz="1400" b="0" i="0" u="none" strike="noStrike" dirty="0">
                        <a:solidFill>
                          <a:srgbClr val="E8E6DB"/>
                        </a:solidFill>
                        <a:effectLst/>
                        <a:latin typeface="Inter 28pt Thin" panose="02000503000000020004" pitchFamily="2" charset="0"/>
                        <a:ea typeface="Inter 28pt Thin" panose="02000503000000020004" pitchFamily="2" charset="0"/>
                      </a:endParaRP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517473"/>
                  </a:ext>
                </a:extLst>
              </a:tr>
              <a:tr h="493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800" b="0" i="0" u="none" strike="noStrike" dirty="0">
                          <a:solidFill>
                            <a:srgbClr val="E8E6DB"/>
                          </a:solidFill>
                          <a:effectLst/>
                          <a:latin typeface="Oswald SemiBold" pitchFamily="2" charset="-52"/>
                          <a:ea typeface="Inter 28pt Thin" panose="02000503000000020004" pitchFamily="2" charset="0"/>
                        </a:rPr>
                        <a:t>04</a:t>
                      </a: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E8E6DB"/>
                          </a:solidFill>
                          <a:effectLst/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Стилизация внешнего вида манипулятора</a:t>
                      </a: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47713"/>
                  </a:ext>
                </a:extLst>
              </a:tr>
              <a:tr h="4107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800" b="0" i="0" u="none" strike="noStrike" dirty="0">
                          <a:solidFill>
                            <a:srgbClr val="E8E6DB"/>
                          </a:solidFill>
                          <a:effectLst/>
                          <a:latin typeface="Oswald SemiBold" pitchFamily="2" charset="-52"/>
                          <a:ea typeface="Inter 28pt Thin" panose="02000503000000020004" pitchFamily="2" charset="0"/>
                        </a:rPr>
                        <a:t>05</a:t>
                      </a: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400" b="0" u="none" strike="noStrike" dirty="0">
                          <a:solidFill>
                            <a:srgbClr val="E8E6DB"/>
                          </a:solidFill>
                          <a:effectLst/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Создание хард кода для задачи углов суставов</a:t>
                      </a:r>
                      <a:endParaRPr lang="ru-RU" sz="1400" b="0" i="0" u="none" strike="noStrike" dirty="0">
                        <a:solidFill>
                          <a:srgbClr val="E8E6DB"/>
                        </a:solidFill>
                        <a:effectLst/>
                        <a:latin typeface="Inter 28pt Thin" panose="02000503000000020004" pitchFamily="2" charset="0"/>
                        <a:ea typeface="Inter 28pt Thin" panose="02000503000000020004" pitchFamily="2" charset="0"/>
                      </a:endParaRP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567848"/>
                  </a:ext>
                </a:extLst>
              </a:tr>
              <a:tr h="4107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800" b="0" i="0" u="none" strike="noStrike" dirty="0">
                          <a:solidFill>
                            <a:srgbClr val="E8E6DB"/>
                          </a:solidFill>
                          <a:effectLst/>
                          <a:latin typeface="Oswald SemiBold" pitchFamily="2" charset="-52"/>
                          <a:ea typeface="Inter 28pt Thin" panose="02000503000000020004" pitchFamily="2" charset="0"/>
                        </a:rPr>
                        <a:t>06</a:t>
                      </a: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400" b="0" u="none" strike="noStrike" dirty="0">
                          <a:solidFill>
                            <a:srgbClr val="E8E6DB"/>
                          </a:solidFill>
                          <a:effectLst/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Симуляция в </a:t>
                      </a:r>
                      <a:r>
                        <a:rPr lang="ru-RU" sz="1400" b="0" u="none" strike="noStrike" dirty="0" err="1">
                          <a:solidFill>
                            <a:srgbClr val="E8E6DB"/>
                          </a:solidFill>
                          <a:effectLst/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виратульной</a:t>
                      </a:r>
                      <a:r>
                        <a:rPr lang="ru-RU" sz="1400" b="0" u="none" strike="noStrike" dirty="0">
                          <a:solidFill>
                            <a:srgbClr val="E8E6DB"/>
                          </a:solidFill>
                          <a:effectLst/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 среде</a:t>
                      </a:r>
                      <a:endParaRPr lang="ru-RU" sz="1400" b="0" i="0" u="none" strike="noStrike" dirty="0">
                        <a:solidFill>
                          <a:srgbClr val="E8E6DB"/>
                        </a:solidFill>
                        <a:effectLst/>
                        <a:latin typeface="Inter 28pt Thin" panose="02000503000000020004" pitchFamily="2" charset="0"/>
                        <a:ea typeface="Inter 28pt Thin" panose="02000503000000020004" pitchFamily="2" charset="0"/>
                      </a:endParaRP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19401"/>
                  </a:ext>
                </a:extLst>
              </a:tr>
              <a:tr h="493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800" b="0" i="0" u="none" strike="noStrike" dirty="0">
                          <a:solidFill>
                            <a:srgbClr val="E8E6DB"/>
                          </a:solidFill>
                          <a:effectLst/>
                          <a:latin typeface="Oswald SemiBold" pitchFamily="2" charset="-52"/>
                          <a:ea typeface="Inter 28pt Thin" panose="02000503000000020004" pitchFamily="2" charset="0"/>
                        </a:rPr>
                        <a:t>07</a:t>
                      </a: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400" b="0" u="none" strike="noStrike" dirty="0">
                          <a:solidFill>
                            <a:srgbClr val="E8E6DB"/>
                          </a:solidFill>
                          <a:effectLst/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Сбор манипулятора</a:t>
                      </a:r>
                      <a:endParaRPr lang="ru-RU" sz="1400" b="0" i="0" u="none" strike="noStrike" dirty="0">
                        <a:solidFill>
                          <a:srgbClr val="E8E6DB"/>
                        </a:solidFill>
                        <a:effectLst/>
                        <a:latin typeface="Inter 28pt Thin" panose="02000503000000020004" pitchFamily="2" charset="0"/>
                        <a:ea typeface="Inter 28pt Thin" panose="02000503000000020004" pitchFamily="2" charset="0"/>
                      </a:endParaRP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522404"/>
                  </a:ext>
                </a:extLst>
              </a:tr>
              <a:tr h="4107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800" b="0" i="0" u="none" strike="noStrike" dirty="0">
                          <a:solidFill>
                            <a:srgbClr val="E8E6DB"/>
                          </a:solidFill>
                          <a:effectLst/>
                          <a:latin typeface="Oswald SemiBold" pitchFamily="2" charset="-52"/>
                          <a:ea typeface="Inter 28pt Thin" panose="02000503000000020004" pitchFamily="2" charset="0"/>
                        </a:rPr>
                        <a:t>08</a:t>
                      </a: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400" b="0" u="none" strike="noStrike" dirty="0">
                          <a:solidFill>
                            <a:srgbClr val="E8E6DB"/>
                          </a:solidFill>
                          <a:effectLst/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Настройка распознавания позы рук через камеру</a:t>
                      </a:r>
                      <a:endParaRPr lang="ru-RU" sz="1400" b="0" i="0" u="none" strike="noStrike" dirty="0">
                        <a:solidFill>
                          <a:srgbClr val="E8E6DB"/>
                        </a:solidFill>
                        <a:effectLst/>
                        <a:latin typeface="Inter 28pt Thin" panose="02000503000000020004" pitchFamily="2" charset="0"/>
                        <a:ea typeface="Inter 28pt Thin" panose="02000503000000020004" pitchFamily="2" charset="0"/>
                      </a:endParaRP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318150"/>
                  </a:ext>
                </a:extLst>
              </a:tr>
              <a:tr h="4107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800" b="0" i="0" u="none" strike="noStrike" dirty="0">
                          <a:solidFill>
                            <a:srgbClr val="E8E6DB"/>
                          </a:solidFill>
                          <a:effectLst/>
                          <a:latin typeface="Oswald SemiBold" pitchFamily="2" charset="-52"/>
                          <a:ea typeface="Inter 28pt Thin" panose="02000503000000020004" pitchFamily="2" charset="0"/>
                        </a:rPr>
                        <a:t>09</a:t>
                      </a: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400" b="0" u="none" strike="noStrike" dirty="0">
                          <a:solidFill>
                            <a:srgbClr val="E8E6DB"/>
                          </a:solidFill>
                          <a:effectLst/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Установка АСТ модели</a:t>
                      </a:r>
                      <a:endParaRPr lang="ru-RU" sz="1400" b="0" i="0" u="none" strike="noStrike" dirty="0">
                        <a:solidFill>
                          <a:srgbClr val="E8E6DB"/>
                        </a:solidFill>
                        <a:effectLst/>
                        <a:latin typeface="Inter 28pt Thin" panose="02000503000000020004" pitchFamily="2" charset="0"/>
                        <a:ea typeface="Inter 28pt Thin" panose="02000503000000020004" pitchFamily="2" charset="0"/>
                      </a:endParaRP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 dirty="0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769187"/>
                  </a:ext>
                </a:extLst>
              </a:tr>
              <a:tr h="41076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b="0" i="0" u="none" strike="noStrike" dirty="0">
                          <a:solidFill>
                            <a:srgbClr val="E8E6DB"/>
                          </a:solidFill>
                          <a:effectLst/>
                          <a:latin typeface="Oswald SemiBold" pitchFamily="2" charset="-52"/>
                          <a:ea typeface="Inter 28pt Thin" panose="02000503000000020004" pitchFamily="2" charset="0"/>
                        </a:rPr>
                        <a:t>10</a:t>
                      </a:r>
                      <a:endParaRPr lang="ru-RU" sz="1800" b="0" i="0" u="none" strike="noStrike" dirty="0">
                        <a:solidFill>
                          <a:srgbClr val="E8E6DB"/>
                        </a:solidFill>
                        <a:effectLst/>
                        <a:latin typeface="Oswald SemiBold" pitchFamily="2" charset="-52"/>
                        <a:ea typeface="Inter 28pt Thin" panose="02000503000000020004" pitchFamily="2" charset="0"/>
                      </a:endParaRP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400" b="0" u="none" strike="noStrike" dirty="0">
                          <a:solidFill>
                            <a:srgbClr val="E8E6DB"/>
                          </a:solidFill>
                          <a:effectLst/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Тест и корректирование</a:t>
                      </a:r>
                      <a:endParaRPr lang="ru-RU" sz="1400" b="0" i="0" u="none" strike="noStrike" dirty="0">
                        <a:solidFill>
                          <a:srgbClr val="E8E6DB"/>
                        </a:solidFill>
                        <a:effectLst/>
                        <a:latin typeface="Inter 28pt Thin" panose="02000503000000020004" pitchFamily="2" charset="0"/>
                        <a:ea typeface="Inter 28pt Thin" panose="02000503000000020004" pitchFamily="2" charset="0"/>
                      </a:endParaRP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800" u="none" strike="noStrike">
                          <a:solidFill>
                            <a:srgbClr val="E8E6DB"/>
                          </a:solidFill>
                          <a:effectLst/>
                        </a:rPr>
                        <a:t> </a:t>
                      </a: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6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472697"/>
                  </a:ext>
                </a:extLst>
              </a:tr>
              <a:tr h="41076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u="none" strike="noStrike" dirty="0">
                          <a:solidFill>
                            <a:srgbClr val="E8E6DB"/>
                          </a:solidFill>
                          <a:effectLst/>
                          <a:latin typeface="Oswald SemiBold" pitchFamily="2" charset="-52"/>
                          <a:ea typeface="Inter 28pt Thin" panose="02000503000000020004" pitchFamily="2" charset="0"/>
                        </a:rPr>
                        <a:t>11</a:t>
                      </a: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400" b="0" u="none" strike="noStrike" dirty="0">
                          <a:solidFill>
                            <a:srgbClr val="E8E6DB"/>
                          </a:solidFill>
                          <a:effectLst/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Написание документации</a:t>
                      </a:r>
                      <a:endParaRPr lang="ru-RU" sz="1400" b="0" i="0" u="none" strike="noStrike" dirty="0">
                        <a:solidFill>
                          <a:srgbClr val="E8E6DB"/>
                        </a:solidFill>
                        <a:effectLst/>
                        <a:latin typeface="Inter 28pt Thin" panose="02000503000000020004" pitchFamily="2" charset="0"/>
                        <a:ea typeface="Inter 28pt Thin" panose="02000503000000020004" pitchFamily="2" charset="0"/>
                      </a:endParaRPr>
                    </a:p>
                  </a:txBody>
                  <a:tcPr marL="5486" marR="5486" marT="5486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171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mpd="sng">
                      <a:noFill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ru-RU" sz="800" b="0" i="0" u="none" strike="noStrike" dirty="0">
                        <a:solidFill>
                          <a:srgbClr val="E8E6D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86" marR="5486" marT="5486" marB="0" anchor="b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7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472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30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C209D-84C4-B7CD-F9D3-3786ABDD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929439-835C-76E1-A766-809164CC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650" y="795035"/>
            <a:ext cx="10095652" cy="1325563"/>
          </a:xfrm>
        </p:spPr>
        <p:txBody>
          <a:bodyPr>
            <a:noAutofit/>
          </a:bodyPr>
          <a:lstStyle/>
          <a:p>
            <a:pPr algn="ctr"/>
            <a:r>
              <a:rPr lang="ru-RU" sz="11500" dirty="0">
                <a:solidFill>
                  <a:srgbClr val="E8E6DB"/>
                </a:solidFill>
                <a:latin typeface="Oswald SemiBold" pitchFamily="2" charset="-52"/>
              </a:rPr>
              <a:t>ПОТРЕБИТЕЛЬ.</a:t>
            </a:r>
            <a:endParaRPr lang="ru-RU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3B64F-A869-2AB2-901F-BDD6C67E9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26" y="2831465"/>
            <a:ext cx="5730532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solidFill>
                  <a:srgbClr val="E8E6DB"/>
                </a:solidFill>
                <a:latin typeface="Oswald SemiBold" pitchFamily="2" charset="-52"/>
                <a:ea typeface="Inter 28pt Thin" panose="02000503000000020004" pitchFamily="2" charset="0"/>
              </a:rPr>
              <a:t>Предполагаемый</a:t>
            </a:r>
          </a:p>
          <a:p>
            <a:pPr marL="0" indent="0">
              <a:buNone/>
            </a:pPr>
            <a:endParaRPr lang="ru-RU" sz="2000" dirty="0">
              <a:solidFill>
                <a:srgbClr val="E8E6DB"/>
              </a:solidFill>
              <a:latin typeface="Oswald SemiBold" pitchFamily="2" charset="-52"/>
              <a:ea typeface="Inter 28pt Thin" panose="02000503000000020004" pitchFamily="2" charset="0"/>
            </a:endParaRPr>
          </a:p>
          <a:p>
            <a:pPr marL="457200" lvl="1" indent="0">
              <a:buNone/>
            </a:pP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Крупные корпорации и их конвейерные ленты, где необходима гибкость платформы и простота настройки. Цель – сократить низкооплачиваемый человеческий труд и автоматизировать производство.</a:t>
            </a:r>
          </a:p>
          <a:p>
            <a:pPr marL="457200" lvl="1" indent="0">
              <a:buNone/>
            </a:pP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 </a:t>
            </a:r>
          </a:p>
          <a:p>
            <a:pPr marL="457200" lvl="1" indent="0">
              <a:buNone/>
            </a:pP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Частные производства, индивидуальные предприниматели и прочие производства, где необходима дешевизна внедрения.</a:t>
            </a:r>
          </a:p>
          <a:p>
            <a:pPr marL="457200" lvl="1" indent="0">
              <a:buNone/>
            </a:pPr>
            <a:endParaRPr lang="ru-RU" sz="1600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pPr marL="457200" lvl="1" indent="0">
              <a:buNone/>
            </a:pP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Предприятия с малосерийными партиями, где необходима максимальная гибкость автоматики.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84A3237-C1A1-AC83-66FE-ABA000D987CE}"/>
              </a:ext>
            </a:extLst>
          </p:cNvPr>
          <p:cNvCxnSpPr>
            <a:cxnSpLocks/>
          </p:cNvCxnSpPr>
          <p:nvPr/>
        </p:nvCxnSpPr>
        <p:spPr>
          <a:xfrm>
            <a:off x="0" y="2515032"/>
            <a:ext cx="12423228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873E363-E9F8-4734-D213-AABDD920F9B8}"/>
              </a:ext>
            </a:extLst>
          </p:cNvPr>
          <p:cNvCxnSpPr>
            <a:cxnSpLocks/>
          </p:cNvCxnSpPr>
          <p:nvPr/>
        </p:nvCxnSpPr>
        <p:spPr>
          <a:xfrm flipV="1">
            <a:off x="5977758" y="2515032"/>
            <a:ext cx="0" cy="4342968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C1831933-31D8-D5B0-83EF-3EF59556E896}"/>
              </a:ext>
            </a:extLst>
          </p:cNvPr>
          <p:cNvCxnSpPr>
            <a:cxnSpLocks/>
          </p:cNvCxnSpPr>
          <p:nvPr/>
        </p:nvCxnSpPr>
        <p:spPr>
          <a:xfrm>
            <a:off x="-170688" y="4686516"/>
            <a:ext cx="6148446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C00C032F-16CC-A788-EEA6-7288C32537AC}"/>
              </a:ext>
            </a:extLst>
          </p:cNvPr>
          <p:cNvCxnSpPr>
            <a:cxnSpLocks/>
          </p:cNvCxnSpPr>
          <p:nvPr/>
        </p:nvCxnSpPr>
        <p:spPr>
          <a:xfrm>
            <a:off x="-170688" y="5627766"/>
            <a:ext cx="6148446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550A5C94-5418-E6E3-C591-9C17ACFA78C5}"/>
              </a:ext>
            </a:extLst>
          </p:cNvPr>
          <p:cNvCxnSpPr>
            <a:cxnSpLocks/>
          </p:cNvCxnSpPr>
          <p:nvPr/>
        </p:nvCxnSpPr>
        <p:spPr>
          <a:xfrm>
            <a:off x="-170688" y="3351926"/>
            <a:ext cx="6148446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7ACE399-40BB-4A3B-A0D9-9D005538DC75}"/>
              </a:ext>
            </a:extLst>
          </p:cNvPr>
          <p:cNvSpPr txBox="1"/>
          <p:nvPr/>
        </p:nvSpPr>
        <p:spPr>
          <a:xfrm>
            <a:off x="98960" y="3854264"/>
            <a:ext cx="421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E8E6DB"/>
                </a:solidFill>
                <a:latin typeface="Oswald SemiBold" pitchFamily="2" charset="-52"/>
              </a:rPr>
              <a:t>01</a:t>
            </a:r>
            <a:endParaRPr lang="ru-RU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A2D94A-E988-02B5-2E7E-73C65A19A6CD}"/>
              </a:ext>
            </a:extLst>
          </p:cNvPr>
          <p:cNvSpPr txBox="1"/>
          <p:nvPr/>
        </p:nvSpPr>
        <p:spPr>
          <a:xfrm>
            <a:off x="66900" y="4935216"/>
            <a:ext cx="453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E8E6DB"/>
                </a:solidFill>
                <a:latin typeface="Oswald SemiBold" pitchFamily="2" charset="-52"/>
              </a:rPr>
              <a:t>02</a:t>
            </a:r>
            <a:endParaRPr lang="ru-RU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ACD606-EEC0-9909-E8F8-398D1C3B78E6}"/>
              </a:ext>
            </a:extLst>
          </p:cNvPr>
          <p:cNvSpPr txBox="1"/>
          <p:nvPr/>
        </p:nvSpPr>
        <p:spPr>
          <a:xfrm>
            <a:off x="82930" y="5842773"/>
            <a:ext cx="453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E8E6DB"/>
                </a:solidFill>
                <a:latin typeface="Oswald SemiBold" pitchFamily="2" charset="-52"/>
              </a:rPr>
              <a:t>03</a:t>
            </a:r>
            <a:endParaRPr lang="ru-RU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AB6AA251-B9C7-6DF6-93B6-EDDB57AD75D8}"/>
              </a:ext>
            </a:extLst>
          </p:cNvPr>
          <p:cNvSpPr txBox="1">
            <a:spLocks/>
          </p:cNvSpPr>
          <p:nvPr/>
        </p:nvSpPr>
        <p:spPr>
          <a:xfrm>
            <a:off x="6283462" y="2831465"/>
            <a:ext cx="57305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dirty="0">
                <a:solidFill>
                  <a:srgbClr val="E8E6DB"/>
                </a:solidFill>
                <a:latin typeface="Oswald SemiBold" pitchFamily="2" charset="-52"/>
                <a:ea typeface="Inter 28pt Thin" panose="02000503000000020004" pitchFamily="2" charset="0"/>
              </a:rPr>
              <a:t>Ожидаемый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ru-RU" sz="1600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ru-RU" sz="400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Домашние мастерские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ru-RU" sz="800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ru-RU" sz="900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pPr marL="457200" lvl="1" indent="0">
              <a:buNone/>
            </a:pP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Образовательные учреждения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ru-RU" sz="300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ru-RU" sz="1600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Химические лаборатории и удалённый </a:t>
            </a:r>
            <a:r>
              <a:rPr lang="ru-RU" sz="1600" dirty="0" err="1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достур</a:t>
            </a:r>
            <a:endParaRPr lang="ru-RU" sz="1600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AFE926-82D4-1945-9892-0826F8B06AF6}"/>
              </a:ext>
            </a:extLst>
          </p:cNvPr>
          <p:cNvSpPr txBox="1"/>
          <p:nvPr/>
        </p:nvSpPr>
        <p:spPr>
          <a:xfrm>
            <a:off x="6096000" y="3508345"/>
            <a:ext cx="421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E8E6DB"/>
                </a:solidFill>
                <a:latin typeface="Oswald SemiBold" pitchFamily="2" charset="-52"/>
              </a:rPr>
              <a:t>01</a:t>
            </a:r>
            <a:endParaRPr lang="ru-RU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7785C9-68BE-C65F-217B-4BEDB53397EF}"/>
              </a:ext>
            </a:extLst>
          </p:cNvPr>
          <p:cNvSpPr txBox="1"/>
          <p:nvPr/>
        </p:nvSpPr>
        <p:spPr>
          <a:xfrm>
            <a:off x="6079970" y="4165043"/>
            <a:ext cx="453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E8E6DB"/>
                </a:solidFill>
                <a:latin typeface="Oswald SemiBold" pitchFamily="2" charset="-52"/>
              </a:rPr>
              <a:t>02</a:t>
            </a:r>
            <a:endParaRPr lang="ru-RU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E42C7A-C3E0-041F-5196-11873BD963FD}"/>
              </a:ext>
            </a:extLst>
          </p:cNvPr>
          <p:cNvSpPr txBox="1"/>
          <p:nvPr/>
        </p:nvSpPr>
        <p:spPr>
          <a:xfrm>
            <a:off x="6056476" y="4843294"/>
            <a:ext cx="453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E8E6DB"/>
                </a:solidFill>
                <a:latin typeface="Oswald SemiBold" pitchFamily="2" charset="-52"/>
              </a:rPr>
              <a:t>03</a:t>
            </a:r>
            <a:endParaRPr lang="ru-RU" dirty="0">
              <a:solidFill>
                <a:srgbClr val="E8E6DB"/>
              </a:solidFill>
              <a:latin typeface="Oswald SemiBold" pitchFamily="2" charset="-52"/>
            </a:endParaRP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BA31CA68-7400-0319-1AFD-DA514E1B1AD0}"/>
              </a:ext>
            </a:extLst>
          </p:cNvPr>
          <p:cNvCxnSpPr>
            <a:cxnSpLocks/>
          </p:cNvCxnSpPr>
          <p:nvPr/>
        </p:nvCxnSpPr>
        <p:spPr>
          <a:xfrm>
            <a:off x="5977758" y="3373120"/>
            <a:ext cx="6069374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96AAE8B1-8949-8E03-28C0-6CE763EBAED1}"/>
              </a:ext>
            </a:extLst>
          </p:cNvPr>
          <p:cNvCxnSpPr>
            <a:cxnSpLocks/>
          </p:cNvCxnSpPr>
          <p:nvPr/>
        </p:nvCxnSpPr>
        <p:spPr>
          <a:xfrm>
            <a:off x="5774558" y="4054319"/>
            <a:ext cx="6148446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79B115E-4E09-42CF-3A90-DB1A176A047E}"/>
              </a:ext>
            </a:extLst>
          </p:cNvPr>
          <p:cNvCxnSpPr>
            <a:cxnSpLocks/>
          </p:cNvCxnSpPr>
          <p:nvPr/>
        </p:nvCxnSpPr>
        <p:spPr>
          <a:xfrm>
            <a:off x="5977758" y="4686516"/>
            <a:ext cx="6148446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437E6945-EC25-9EAA-16D3-DAB50080B502}"/>
              </a:ext>
            </a:extLst>
          </p:cNvPr>
          <p:cNvCxnSpPr>
            <a:cxnSpLocks/>
          </p:cNvCxnSpPr>
          <p:nvPr/>
        </p:nvCxnSpPr>
        <p:spPr>
          <a:xfrm>
            <a:off x="5977758" y="5400182"/>
            <a:ext cx="6148446" cy="0"/>
          </a:xfrm>
          <a:prstGeom prst="line">
            <a:avLst/>
          </a:prstGeom>
          <a:ln w="25400">
            <a:solidFill>
              <a:srgbClr val="292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139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3F89C9-661E-43D9-A395-2C802BDFE7CA}"/>
              </a:ext>
            </a:extLst>
          </p:cNvPr>
          <p:cNvSpPr txBox="1"/>
          <p:nvPr/>
        </p:nvSpPr>
        <p:spPr>
          <a:xfrm>
            <a:off x="660400" y="2105561"/>
            <a:ext cx="108712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600" dirty="0">
                <a:solidFill>
                  <a:srgbClr val="D2D2D2"/>
                </a:solidFill>
                <a:latin typeface="Oswald SemiBold" pitchFamily="2" charset="-52"/>
              </a:rPr>
              <a:t>СОПЕРНИКИ</a:t>
            </a:r>
            <a:endParaRPr lang="ru-RU" sz="2400" dirty="0">
              <a:solidFill>
                <a:srgbClr val="D2D2D2"/>
              </a:solidFill>
              <a:latin typeface="Oswald Semi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0891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2AC478FB-D06D-AB56-15CD-C69D6BBBC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149877"/>
              </p:ext>
            </p:extLst>
          </p:nvPr>
        </p:nvGraphicFramePr>
        <p:xfrm>
          <a:off x="1024791" y="1070696"/>
          <a:ext cx="10142417" cy="5542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150">
                  <a:extLst>
                    <a:ext uri="{9D8B030D-6E8A-4147-A177-3AD203B41FA5}">
                      <a16:colId xmlns:a16="http://schemas.microsoft.com/office/drawing/2014/main" val="2689623485"/>
                    </a:ext>
                  </a:extLst>
                </a:gridCol>
                <a:gridCol w="1363134">
                  <a:extLst>
                    <a:ext uri="{9D8B030D-6E8A-4147-A177-3AD203B41FA5}">
                      <a16:colId xmlns:a16="http://schemas.microsoft.com/office/drawing/2014/main" val="1586307324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082326543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3532152892"/>
                    </a:ext>
                  </a:extLst>
                </a:gridCol>
                <a:gridCol w="2531533">
                  <a:extLst>
                    <a:ext uri="{9D8B030D-6E8A-4147-A177-3AD203B41FA5}">
                      <a16:colId xmlns:a16="http://schemas.microsoft.com/office/drawing/2014/main" val="615056596"/>
                    </a:ext>
                  </a:extLst>
                </a:gridCol>
              </a:tblGrid>
              <a:tr h="465297">
                <a:tc>
                  <a:txBody>
                    <a:bodyPr/>
                    <a:lstStyle/>
                    <a:p>
                      <a:r>
                        <a:rPr lang="ru-RU" dirty="0"/>
                        <a:t>Версия</a:t>
                      </a:r>
                    </a:p>
                  </a:txBody>
                  <a:tcPr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Стоимость</a:t>
                      </a:r>
                    </a:p>
                  </a:txBody>
                  <a:tcPr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Открытость</a:t>
                      </a:r>
                    </a:p>
                  </a:txBody>
                  <a:tcPr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Автономная работа</a:t>
                      </a:r>
                    </a:p>
                  </a:txBody>
                  <a:tcPr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Форм-фактор</a:t>
                      </a:r>
                    </a:p>
                  </a:txBody>
                  <a:tcPr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216746"/>
                  </a:ext>
                </a:extLst>
              </a:tr>
              <a:tr h="1619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400" dirty="0">
                          <a:solidFill>
                            <a:srgbClr val="D2D2D2"/>
                          </a:solidFill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ABB YuMi</a:t>
                      </a:r>
                      <a:endParaRPr lang="ru-RU" sz="1400" dirty="0">
                        <a:solidFill>
                          <a:srgbClr val="D2D2D2"/>
                        </a:solidFill>
                        <a:latin typeface="Inter 28pt Thin" panose="02000503000000020004" pitchFamily="2" charset="0"/>
                        <a:ea typeface="Inter 28pt Thin" panose="02000503000000020004" pitchFamily="2" charset="0"/>
                      </a:endParaRPr>
                    </a:p>
                    <a:p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50</a:t>
                      </a:r>
                      <a:r>
                        <a:rPr lang="pl-PL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$</a:t>
                      </a:r>
                      <a:endParaRPr lang="ru-RU" dirty="0">
                        <a:solidFill>
                          <a:srgbClr val="A4A299"/>
                        </a:solidFill>
                        <a:latin typeface="Inter ExtraLight" panose="02000503000000020004" pitchFamily="2" charset="0"/>
                        <a:ea typeface="Inter ExtraLight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6000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3200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playback</a:t>
                      </a:r>
                      <a:endParaRPr lang="ru-RU" sz="3200" dirty="0">
                        <a:solidFill>
                          <a:srgbClr val="A4A299"/>
                        </a:solidFill>
                        <a:latin typeface="Inter ExtraLight" panose="02000503000000020004" pitchFamily="2" charset="0"/>
                        <a:ea typeface="Inter ExtraLight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4000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Хороший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67480"/>
                  </a:ext>
                </a:extLst>
              </a:tr>
              <a:tr h="14968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400" dirty="0">
                          <a:solidFill>
                            <a:srgbClr val="D2D2D2"/>
                          </a:solidFill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ALOHA </a:t>
                      </a:r>
                      <a:endParaRPr lang="ru-RU" sz="1400" dirty="0">
                        <a:solidFill>
                          <a:srgbClr val="D2D2D2"/>
                        </a:solidFill>
                        <a:latin typeface="Inter 28pt Thin" panose="02000503000000020004" pitchFamily="2" charset="0"/>
                        <a:ea typeface="Inter 28pt Thin" panose="02000503000000020004" pitchFamily="2" charset="0"/>
                      </a:endParaRPr>
                    </a:p>
                    <a:p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rgbClr val="A4A299"/>
                          </a:solidFill>
                          <a:effectLst/>
                          <a:latin typeface="Inter ExtraLight" panose="02000503000000020004" pitchFamily="2" charset="0"/>
                          <a:ea typeface="Inter ExtraLight" panose="02000503000000020004" pitchFamily="2" charset="0"/>
                          <a:cs typeface="+mn-cs"/>
                        </a:rPr>
                        <a:t>$32</a:t>
                      </a:r>
                      <a:endParaRPr lang="ru-RU" dirty="0">
                        <a:solidFill>
                          <a:srgbClr val="A4A299"/>
                        </a:solidFill>
                        <a:latin typeface="Inter ExtraLight" panose="02000503000000020004" pitchFamily="2" charset="0"/>
                        <a:ea typeface="Inter ExtraLight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4800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4800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ACT </a:t>
                      </a:r>
                      <a:endParaRPr lang="ru-RU" sz="4800" dirty="0">
                        <a:solidFill>
                          <a:srgbClr val="A4A299"/>
                        </a:solidFill>
                        <a:latin typeface="Inter ExtraLight" panose="02000503000000020004" pitchFamily="2" charset="0"/>
                        <a:ea typeface="Inter ExtraLight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Ужасный (открытое железо)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897686"/>
                  </a:ext>
                </a:extLst>
              </a:tr>
              <a:tr h="12602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D2D2D2"/>
                          </a:solidFill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Shadow </a:t>
                      </a:r>
                      <a:r>
                        <a:rPr lang="ru-RU" sz="1400" dirty="0" err="1">
                          <a:solidFill>
                            <a:srgbClr val="D2D2D2"/>
                          </a:solidFill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Teleoperation</a:t>
                      </a:r>
                      <a:r>
                        <a:rPr lang="ru-RU" sz="1400" dirty="0">
                          <a:solidFill>
                            <a:srgbClr val="D2D2D2"/>
                          </a:solidFill>
                          <a:latin typeface="Inter 28pt Thin" panose="02000503000000020004" pitchFamily="2" charset="0"/>
                          <a:ea typeface="Inter 28pt Thin" panose="02000503000000020004" pitchFamily="2" charset="0"/>
                        </a:rPr>
                        <a:t> System</a:t>
                      </a:r>
                    </a:p>
                    <a:p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400 000</a:t>
                      </a:r>
                      <a:r>
                        <a:rPr lang="pl-PL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$</a:t>
                      </a:r>
                      <a:endParaRPr lang="ru-RU" dirty="0">
                        <a:solidFill>
                          <a:srgbClr val="A4A299"/>
                        </a:solidFill>
                        <a:latin typeface="Inter ExtraLight" panose="02000503000000020004" pitchFamily="2" charset="0"/>
                        <a:ea typeface="Inter ExtraLight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6000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400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ML-</a:t>
                      </a:r>
                      <a:r>
                        <a:rPr lang="ru-RU" sz="2400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обучение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Средний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842389"/>
                  </a:ext>
                </a:extLst>
              </a:tr>
              <a:tr h="655841">
                <a:tc>
                  <a:txBody>
                    <a:bodyPr/>
                    <a:lstStyle/>
                    <a:p>
                      <a:r>
                        <a:rPr lang="pl-PL" sz="1400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Mimichi 2.0 Pro+ Enhanced version (DLC6)</a:t>
                      </a:r>
                    </a:p>
                  </a:txBody>
                  <a:tcPr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&gt;</a:t>
                      </a:r>
                      <a:r>
                        <a:rPr lang="ru-RU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15</a:t>
                      </a:r>
                      <a:r>
                        <a:rPr lang="pl-PL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$</a:t>
                      </a:r>
                      <a:endParaRPr lang="ru-RU" dirty="0">
                        <a:solidFill>
                          <a:srgbClr val="A4A299"/>
                        </a:solidFill>
                        <a:latin typeface="Inter ExtraLight" panose="02000503000000020004" pitchFamily="2" charset="0"/>
                        <a:ea typeface="Inter ExtraLight" panose="020005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4000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+</a:t>
                      </a:r>
                    </a:p>
                  </a:txBody>
                  <a:tcPr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4000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ACT</a:t>
                      </a:r>
                      <a:endParaRPr lang="ru-RU" sz="4000" dirty="0">
                        <a:solidFill>
                          <a:srgbClr val="A4A299"/>
                        </a:solidFill>
                        <a:latin typeface="Inter ExtraLight" panose="02000503000000020004" pitchFamily="2" charset="0"/>
                        <a:ea typeface="Inter ExtraLight" panose="020005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solidFill>
                            <a:srgbClr val="A4A299"/>
                          </a:solidFill>
                          <a:latin typeface="Inter ExtraLight" panose="02000503000000020004" pitchFamily="2" charset="0"/>
                          <a:ea typeface="Inter ExtraLight" panose="02000503000000020004" pitchFamily="2" charset="0"/>
                        </a:rPr>
                        <a:t>Прекрасный</a:t>
                      </a:r>
                    </a:p>
                  </a:txBody>
                  <a:tcPr>
                    <a:lnL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4125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45081F8-3EDC-62C3-3292-5BEC4105E533}"/>
              </a:ext>
            </a:extLst>
          </p:cNvPr>
          <p:cNvSpPr txBox="1"/>
          <p:nvPr/>
        </p:nvSpPr>
        <p:spPr>
          <a:xfrm>
            <a:off x="2339443" y="82299"/>
            <a:ext cx="68194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5400" dirty="0">
                <a:solidFill>
                  <a:srgbClr val="D2D2D2"/>
                </a:solidFill>
                <a:latin typeface="Oswald SemiBold" pitchFamily="2" charset="-52"/>
              </a:rPr>
              <a:t>ПРЯМЫЕ КОНКУРЕНТЫ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E7B5830-3117-66E6-0593-DC89A1BDFE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47"/>
          <a:stretch>
            <a:fillRect/>
          </a:stretch>
        </p:blipFill>
        <p:spPr>
          <a:xfrm>
            <a:off x="1947283" y="3349283"/>
            <a:ext cx="1498562" cy="98564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6BB676B-5E26-230B-7D15-B305C5E5B0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28" r="15743"/>
          <a:stretch>
            <a:fillRect/>
          </a:stretch>
        </p:blipFill>
        <p:spPr>
          <a:xfrm>
            <a:off x="2109518" y="1800528"/>
            <a:ext cx="1324286" cy="1073416"/>
          </a:xfrm>
          <a:prstGeom prst="rect">
            <a:avLst/>
          </a:prstGeom>
        </p:spPr>
      </p:pic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8046CE8F-93FB-4B8F-4AE4-FA6DF4794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5242" y="5053632"/>
            <a:ext cx="1498562" cy="73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70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09DE6C-C2A8-9E09-A99E-921FFE6B4D61}"/>
              </a:ext>
            </a:extLst>
          </p:cNvPr>
          <p:cNvSpPr txBox="1"/>
          <p:nvPr/>
        </p:nvSpPr>
        <p:spPr>
          <a:xfrm>
            <a:off x="3550622" y="509875"/>
            <a:ext cx="422423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D2D2D2"/>
                </a:solidFill>
                <a:latin typeface="Oswald SemiBold" pitchFamily="2" charset="-52"/>
              </a:rPr>
              <a:t>Косвенные конкуренты</a:t>
            </a:r>
          </a:p>
          <a:p>
            <a:pPr algn="ctr"/>
            <a:endParaRPr lang="ru-RU" sz="2000" dirty="0">
              <a:solidFill>
                <a:srgbClr val="D2D2D2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pPr algn="ctr"/>
            <a:endParaRPr lang="ru-RU" sz="3200" dirty="0">
              <a:solidFill>
                <a:srgbClr val="D2D2D2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0D1D8-D9EB-5A7B-0935-094804616F00}"/>
              </a:ext>
            </a:extLst>
          </p:cNvPr>
          <p:cNvSpPr txBox="1"/>
          <p:nvPr/>
        </p:nvSpPr>
        <p:spPr>
          <a:xfrm>
            <a:off x="279400" y="1642703"/>
            <a:ext cx="695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Ручная сборка в странах третьего мира</a:t>
            </a:r>
          </a:p>
          <a:p>
            <a:endParaRPr lang="ru-RU" sz="2800" b="1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r>
              <a:rPr lang="ru-RU" sz="2800" b="1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 </a:t>
            </a:r>
          </a:p>
          <a:p>
            <a:endParaRPr lang="ru-RU" sz="2800" b="1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r>
              <a:rPr lang="ru-RU" sz="2800" b="1" dirty="0" err="1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Небимануальные</a:t>
            </a:r>
            <a:r>
              <a:rPr lang="ru-RU" sz="2800" b="1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 манипуляторы</a:t>
            </a:r>
          </a:p>
          <a:p>
            <a:endParaRPr lang="ru-RU" sz="2800" b="1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endParaRPr lang="ru-RU" sz="2800" b="1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endParaRPr lang="ru-RU" sz="2800" b="1" dirty="0">
              <a:solidFill>
                <a:srgbClr val="A4A299"/>
              </a:solidFill>
              <a:latin typeface="Inter 28pt Thin" panose="02000503000000020004" pitchFamily="2" charset="0"/>
              <a:ea typeface="Inter 28pt Thin" panose="02000503000000020004" pitchFamily="2" charset="0"/>
            </a:endParaRPr>
          </a:p>
          <a:p>
            <a:r>
              <a:rPr lang="ru-RU" sz="2800" b="1" dirty="0">
                <a:solidFill>
                  <a:srgbClr val="A4A299"/>
                </a:solidFill>
                <a:latin typeface="Inter 28pt Thin" panose="02000503000000020004" pitchFamily="2" charset="0"/>
                <a:ea typeface="Inter 28pt Thin" panose="02000503000000020004" pitchFamily="2" charset="0"/>
              </a:rPr>
              <a:t>Конвейерная сборка</a:t>
            </a:r>
          </a:p>
        </p:txBody>
      </p:sp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DE0568AE-57D4-7963-4F4C-A3455BB012C1}"/>
              </a:ext>
            </a:extLst>
          </p:cNvPr>
          <p:cNvSpPr/>
          <p:nvPr/>
        </p:nvSpPr>
        <p:spPr>
          <a:xfrm>
            <a:off x="5817828" y="1556288"/>
            <a:ext cx="2277533" cy="677164"/>
          </a:xfrm>
          <a:prstGeom prst="rightArrow">
            <a:avLst/>
          </a:prstGeom>
          <a:noFill/>
          <a:ln w="19050">
            <a:solidFill>
              <a:srgbClr val="A4A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542D2-8728-FDF5-958F-7255FECFBAD1}"/>
              </a:ext>
            </a:extLst>
          </p:cNvPr>
          <p:cNvSpPr txBox="1"/>
          <p:nvPr/>
        </p:nvSpPr>
        <p:spPr>
          <a:xfrm>
            <a:off x="8415867" y="1624191"/>
            <a:ext cx="342053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A4A299"/>
                </a:solidFill>
                <a:latin typeface="Inter ExtraLight" panose="02000503000000020004" pitchFamily="2" charset="0"/>
                <a:ea typeface="Inter ExtraLight" panose="02000503000000020004" pitchFamily="2" charset="0"/>
              </a:rPr>
              <a:t>Транспортировка</a:t>
            </a:r>
          </a:p>
          <a:p>
            <a:endParaRPr lang="ru-RU" sz="2400" b="1" dirty="0">
              <a:solidFill>
                <a:srgbClr val="A4A299"/>
              </a:solidFill>
              <a:latin typeface="Inter ExtraLight" panose="02000503000000020004" pitchFamily="2" charset="0"/>
              <a:ea typeface="Inter ExtraLight" panose="02000503000000020004" pitchFamily="2" charset="0"/>
            </a:endParaRPr>
          </a:p>
          <a:p>
            <a:endParaRPr lang="ru-RU" sz="2400" b="1" dirty="0">
              <a:solidFill>
                <a:srgbClr val="A4A299"/>
              </a:solidFill>
              <a:latin typeface="Inter ExtraLight" panose="02000503000000020004" pitchFamily="2" charset="0"/>
              <a:ea typeface="Inter ExtraLight" panose="02000503000000020004" pitchFamily="2" charset="0"/>
            </a:endParaRPr>
          </a:p>
          <a:p>
            <a:endParaRPr lang="ru-RU" sz="2800" b="1" dirty="0">
              <a:solidFill>
                <a:srgbClr val="A4A299"/>
              </a:solidFill>
              <a:latin typeface="Inter ExtraLight" panose="02000503000000020004" pitchFamily="2" charset="0"/>
              <a:ea typeface="Inter ExtraLight" panose="02000503000000020004" pitchFamily="2" charset="0"/>
            </a:endParaRPr>
          </a:p>
          <a:p>
            <a:r>
              <a:rPr lang="ru-RU" sz="2400" b="1" dirty="0">
                <a:solidFill>
                  <a:srgbClr val="A4A299"/>
                </a:solidFill>
                <a:latin typeface="Inter ExtraLight" panose="02000503000000020004" pitchFamily="2" charset="0"/>
                <a:ea typeface="Inter ExtraLight" panose="02000503000000020004" pitchFamily="2" charset="0"/>
              </a:rPr>
              <a:t>Плохая заменяемость человеческого труда</a:t>
            </a:r>
          </a:p>
          <a:p>
            <a:endParaRPr lang="ru-RU" sz="2400" b="1" dirty="0">
              <a:solidFill>
                <a:srgbClr val="A4A299"/>
              </a:solidFill>
              <a:latin typeface="Inter ExtraLight" panose="02000503000000020004" pitchFamily="2" charset="0"/>
              <a:ea typeface="Inter ExtraLight" panose="02000503000000020004" pitchFamily="2" charset="0"/>
            </a:endParaRPr>
          </a:p>
          <a:p>
            <a:endParaRPr lang="ru-RU" sz="2400" b="1" dirty="0">
              <a:solidFill>
                <a:srgbClr val="A4A299"/>
              </a:solidFill>
              <a:latin typeface="Inter ExtraLight" panose="02000503000000020004" pitchFamily="2" charset="0"/>
              <a:ea typeface="Inter ExtraLight" panose="02000503000000020004" pitchFamily="2" charset="0"/>
            </a:endParaRPr>
          </a:p>
          <a:p>
            <a:endParaRPr lang="ru-RU" sz="1600" b="1" dirty="0">
              <a:solidFill>
                <a:srgbClr val="A4A299"/>
              </a:solidFill>
              <a:latin typeface="Inter ExtraLight" panose="02000503000000020004" pitchFamily="2" charset="0"/>
              <a:ea typeface="Inter ExtraLight" panose="02000503000000020004" pitchFamily="2" charset="0"/>
            </a:endParaRPr>
          </a:p>
          <a:p>
            <a:r>
              <a:rPr lang="ru-RU" sz="2400" b="1" dirty="0">
                <a:solidFill>
                  <a:srgbClr val="A4A299"/>
                </a:solidFill>
                <a:latin typeface="Inter ExtraLight" panose="02000503000000020004" pitchFamily="2" charset="0"/>
                <a:ea typeface="Inter ExtraLight" panose="02000503000000020004" pitchFamily="2" charset="0"/>
              </a:rPr>
              <a:t>Дороговизна настройки</a:t>
            </a:r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A863EB2F-591C-9FDE-C1A1-6C6A4692EC32}"/>
              </a:ext>
            </a:extLst>
          </p:cNvPr>
          <p:cNvSpPr/>
          <p:nvPr/>
        </p:nvSpPr>
        <p:spPr>
          <a:xfrm>
            <a:off x="5817827" y="3246072"/>
            <a:ext cx="2277533" cy="677164"/>
          </a:xfrm>
          <a:prstGeom prst="rightArrow">
            <a:avLst/>
          </a:prstGeom>
          <a:noFill/>
          <a:ln w="19050">
            <a:solidFill>
              <a:srgbClr val="A4A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DAFF60CB-CC2B-9CE8-ABA9-3CDCCD697695}"/>
              </a:ext>
            </a:extLst>
          </p:cNvPr>
          <p:cNvSpPr/>
          <p:nvPr/>
        </p:nvSpPr>
        <p:spPr>
          <a:xfrm>
            <a:off x="5817827" y="4907034"/>
            <a:ext cx="2277533" cy="677164"/>
          </a:xfrm>
          <a:prstGeom prst="rightArrow">
            <a:avLst/>
          </a:prstGeom>
          <a:noFill/>
          <a:ln w="19050">
            <a:solidFill>
              <a:srgbClr val="A4A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9677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860</Words>
  <Application>Microsoft Office PowerPoint</Application>
  <PresentationFormat>Широкоэкранный</PresentationFormat>
  <Paragraphs>239</Paragraphs>
  <Slides>9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Inter 28pt Thin</vt:lpstr>
      <vt:lpstr>Calibri</vt:lpstr>
      <vt:lpstr>Calibri Light</vt:lpstr>
      <vt:lpstr>Oswald SemiBold</vt:lpstr>
      <vt:lpstr>Arial</vt:lpstr>
      <vt:lpstr>Inter ExtraLight</vt:lpstr>
      <vt:lpstr>Тема Office</vt:lpstr>
      <vt:lpstr>РОБОТ МИМИК.</vt:lpstr>
      <vt:lpstr>ЗАДАЧИ, ПОТРЕБНОСТЬ.</vt:lpstr>
      <vt:lpstr>ЦЕЛЬ ПРОЕКТА</vt:lpstr>
      <vt:lpstr>Члены  команды.</vt:lpstr>
      <vt:lpstr>ДИАГРАММА ГАНТА.</vt:lpstr>
      <vt:lpstr>ПОТРЕБИТЕЛЬ.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13исневский Андрей</dc:creator>
  <cp:lastModifiedBy>13исневский Андрей</cp:lastModifiedBy>
  <cp:revision>1</cp:revision>
  <dcterms:created xsi:type="dcterms:W3CDTF">2026-09-12T09:25:51Z</dcterms:created>
  <dcterms:modified xsi:type="dcterms:W3CDTF">2026-09-12T13:21:28Z</dcterms:modified>
</cp:coreProperties>
</file>